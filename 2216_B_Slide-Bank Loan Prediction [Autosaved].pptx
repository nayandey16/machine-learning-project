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9BB374-2859-4F61-9297-1247FD789C6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8D3678-3827-441E-BF64-8B27F8B66869}">
      <dgm:prSet/>
      <dgm:spPr/>
      <dgm:t>
        <a:bodyPr/>
        <a:lstStyle/>
        <a:p>
          <a:r>
            <a:rPr lang="en-US"/>
            <a:t>1.Introduction</a:t>
          </a:r>
        </a:p>
      </dgm:t>
    </dgm:pt>
    <dgm:pt modelId="{2FDC0047-A14E-4D93-9096-E32D8B08A032}" type="parTrans" cxnId="{1E7C4221-C843-477A-8205-C9D2E980D57C}">
      <dgm:prSet/>
      <dgm:spPr/>
      <dgm:t>
        <a:bodyPr/>
        <a:lstStyle/>
        <a:p>
          <a:endParaRPr lang="en-US"/>
        </a:p>
      </dgm:t>
    </dgm:pt>
    <dgm:pt modelId="{D4E4CE0A-688C-45F4-B2CF-D83C602436DB}" type="sibTrans" cxnId="{1E7C4221-C843-477A-8205-C9D2E980D57C}">
      <dgm:prSet/>
      <dgm:spPr/>
      <dgm:t>
        <a:bodyPr/>
        <a:lstStyle/>
        <a:p>
          <a:endParaRPr lang="en-US"/>
        </a:p>
      </dgm:t>
    </dgm:pt>
    <dgm:pt modelId="{64297FA6-5522-4CB0-8913-66DA2E21180A}" type="pres">
      <dgm:prSet presAssocID="{1D9BB374-2859-4F61-9297-1247FD789C6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8955BB4-6E92-4DE1-A866-BF5471567F40}" type="pres">
      <dgm:prSet presAssocID="{7C8D3678-3827-441E-BF64-8B27F8B66869}" presName="circle1" presStyleLbl="node1" presStyleIdx="0" presStyleCnt="1"/>
      <dgm:spPr/>
    </dgm:pt>
    <dgm:pt modelId="{BDECBE9C-C80A-4023-A664-B11D2BF4438E}" type="pres">
      <dgm:prSet presAssocID="{7C8D3678-3827-441E-BF64-8B27F8B66869}" presName="space" presStyleCnt="0"/>
      <dgm:spPr/>
    </dgm:pt>
    <dgm:pt modelId="{8897D522-D0BB-4814-8CA7-3E701C430F28}" type="pres">
      <dgm:prSet presAssocID="{7C8D3678-3827-441E-BF64-8B27F8B66869}" presName="rect1" presStyleLbl="alignAcc1" presStyleIdx="0" presStyleCnt="1"/>
      <dgm:spPr/>
    </dgm:pt>
    <dgm:pt modelId="{12D5A21F-EE5A-4A2E-9543-407A8B134538}" type="pres">
      <dgm:prSet presAssocID="{7C8D3678-3827-441E-BF64-8B27F8B66869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1E7C4221-C843-477A-8205-C9D2E980D57C}" srcId="{1D9BB374-2859-4F61-9297-1247FD789C65}" destId="{7C8D3678-3827-441E-BF64-8B27F8B66869}" srcOrd="0" destOrd="0" parTransId="{2FDC0047-A14E-4D93-9096-E32D8B08A032}" sibTransId="{D4E4CE0A-688C-45F4-B2CF-D83C602436DB}"/>
    <dgm:cxn modelId="{35493335-18BF-42C2-8216-BB7253CFDC34}" type="presOf" srcId="{7C8D3678-3827-441E-BF64-8B27F8B66869}" destId="{8897D522-D0BB-4814-8CA7-3E701C430F28}" srcOrd="0" destOrd="0" presId="urn:microsoft.com/office/officeart/2005/8/layout/target3"/>
    <dgm:cxn modelId="{A3F8CFC0-B0C3-47F5-9044-480F635185E7}" type="presOf" srcId="{7C8D3678-3827-441E-BF64-8B27F8B66869}" destId="{12D5A21F-EE5A-4A2E-9543-407A8B134538}" srcOrd="1" destOrd="0" presId="urn:microsoft.com/office/officeart/2005/8/layout/target3"/>
    <dgm:cxn modelId="{103B38E4-6A21-4224-AE07-38709F74BDE1}" type="presOf" srcId="{1D9BB374-2859-4F61-9297-1247FD789C65}" destId="{64297FA6-5522-4CB0-8913-66DA2E21180A}" srcOrd="0" destOrd="0" presId="urn:microsoft.com/office/officeart/2005/8/layout/target3"/>
    <dgm:cxn modelId="{5FB3CFEF-FF1F-4DA9-9C14-5A8D49BF7DD6}" type="presParOf" srcId="{64297FA6-5522-4CB0-8913-66DA2E21180A}" destId="{C8955BB4-6E92-4DE1-A866-BF5471567F40}" srcOrd="0" destOrd="0" presId="urn:microsoft.com/office/officeart/2005/8/layout/target3"/>
    <dgm:cxn modelId="{A971F54F-6094-4E9F-ADB6-DD9839392018}" type="presParOf" srcId="{64297FA6-5522-4CB0-8913-66DA2E21180A}" destId="{BDECBE9C-C80A-4023-A664-B11D2BF4438E}" srcOrd="1" destOrd="0" presId="urn:microsoft.com/office/officeart/2005/8/layout/target3"/>
    <dgm:cxn modelId="{E5FF1AF0-DAC7-4892-8FAE-B3C34DCF01E6}" type="presParOf" srcId="{64297FA6-5522-4CB0-8913-66DA2E21180A}" destId="{8897D522-D0BB-4814-8CA7-3E701C430F28}" srcOrd="2" destOrd="0" presId="urn:microsoft.com/office/officeart/2005/8/layout/target3"/>
    <dgm:cxn modelId="{2F1FF87E-C55A-40A1-B562-0761D053D336}" type="presParOf" srcId="{64297FA6-5522-4CB0-8913-66DA2E21180A}" destId="{12D5A21F-EE5A-4A2E-9543-407A8B13453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DFF32-4772-4B4B-A901-ABD7F7074284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A2E173-9749-4FD4-8435-59405E7C93F7}">
      <dgm:prSet/>
      <dgm:spPr/>
      <dgm:t>
        <a:bodyPr/>
        <a:lstStyle/>
        <a:p>
          <a:r>
            <a:rPr lang="en-US" dirty="0"/>
            <a:t>2.Dataset Description</a:t>
          </a:r>
        </a:p>
      </dgm:t>
    </dgm:pt>
    <dgm:pt modelId="{C53603E3-D586-4507-8587-383CACC900A3}" type="parTrans" cxnId="{6202B7AB-8630-436B-9FE6-631CE30667FC}">
      <dgm:prSet/>
      <dgm:spPr/>
      <dgm:t>
        <a:bodyPr/>
        <a:lstStyle/>
        <a:p>
          <a:endParaRPr lang="en-US"/>
        </a:p>
      </dgm:t>
    </dgm:pt>
    <dgm:pt modelId="{465C4A78-9333-4E65-9507-0DD541001AD9}" type="sibTrans" cxnId="{6202B7AB-8630-436B-9FE6-631CE30667FC}">
      <dgm:prSet/>
      <dgm:spPr/>
      <dgm:t>
        <a:bodyPr/>
        <a:lstStyle/>
        <a:p>
          <a:endParaRPr lang="en-US"/>
        </a:p>
      </dgm:t>
    </dgm:pt>
    <dgm:pt modelId="{B58807F5-8E5E-485A-8942-D996FB7AD70A}" type="pres">
      <dgm:prSet presAssocID="{115DFF32-4772-4B4B-A901-ABD7F7074284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1322826-6B0E-4034-A06D-ED80FAF03A0F}" type="pres">
      <dgm:prSet presAssocID="{99A2E173-9749-4FD4-8435-59405E7C93F7}" presName="circle1" presStyleLbl="node1" presStyleIdx="0" presStyleCnt="1"/>
      <dgm:spPr/>
    </dgm:pt>
    <dgm:pt modelId="{2A3D966E-9ADB-42C3-92E1-68FFE971376C}" type="pres">
      <dgm:prSet presAssocID="{99A2E173-9749-4FD4-8435-59405E7C93F7}" presName="space" presStyleCnt="0"/>
      <dgm:spPr/>
    </dgm:pt>
    <dgm:pt modelId="{21E68023-8A2F-4356-8110-E071C9038780}" type="pres">
      <dgm:prSet presAssocID="{99A2E173-9749-4FD4-8435-59405E7C93F7}" presName="rect1" presStyleLbl="alignAcc1" presStyleIdx="0" presStyleCnt="1"/>
      <dgm:spPr/>
    </dgm:pt>
    <dgm:pt modelId="{F5103ECF-52CC-4609-BA75-7BB5FCE9C55B}" type="pres">
      <dgm:prSet presAssocID="{99A2E173-9749-4FD4-8435-59405E7C93F7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69284697-DFAD-4974-87E8-3BF99AE81320}" type="presOf" srcId="{99A2E173-9749-4FD4-8435-59405E7C93F7}" destId="{F5103ECF-52CC-4609-BA75-7BB5FCE9C55B}" srcOrd="1" destOrd="0" presId="urn:microsoft.com/office/officeart/2005/8/layout/target3"/>
    <dgm:cxn modelId="{6202B7AB-8630-436B-9FE6-631CE30667FC}" srcId="{115DFF32-4772-4B4B-A901-ABD7F7074284}" destId="{99A2E173-9749-4FD4-8435-59405E7C93F7}" srcOrd="0" destOrd="0" parTransId="{C53603E3-D586-4507-8587-383CACC900A3}" sibTransId="{465C4A78-9333-4E65-9507-0DD541001AD9}"/>
    <dgm:cxn modelId="{EB19CAB0-A048-4935-B0F1-D88BCE226F09}" type="presOf" srcId="{99A2E173-9749-4FD4-8435-59405E7C93F7}" destId="{21E68023-8A2F-4356-8110-E071C9038780}" srcOrd="0" destOrd="0" presId="urn:microsoft.com/office/officeart/2005/8/layout/target3"/>
    <dgm:cxn modelId="{062070F8-4D1A-4BD3-977C-28442040F9E6}" type="presOf" srcId="{115DFF32-4772-4B4B-A901-ABD7F7074284}" destId="{B58807F5-8E5E-485A-8942-D996FB7AD70A}" srcOrd="0" destOrd="0" presId="urn:microsoft.com/office/officeart/2005/8/layout/target3"/>
    <dgm:cxn modelId="{E4C5ED75-0A3E-4C66-A95F-1855C2DFC9F5}" type="presParOf" srcId="{B58807F5-8E5E-485A-8942-D996FB7AD70A}" destId="{D1322826-6B0E-4034-A06D-ED80FAF03A0F}" srcOrd="0" destOrd="0" presId="urn:microsoft.com/office/officeart/2005/8/layout/target3"/>
    <dgm:cxn modelId="{E1C8E3B2-2EF3-48A2-99F2-4A06BB8B7C2B}" type="presParOf" srcId="{B58807F5-8E5E-485A-8942-D996FB7AD70A}" destId="{2A3D966E-9ADB-42C3-92E1-68FFE971376C}" srcOrd="1" destOrd="0" presId="urn:microsoft.com/office/officeart/2005/8/layout/target3"/>
    <dgm:cxn modelId="{EF69E44E-22AB-4895-9441-B8853C4FEB86}" type="presParOf" srcId="{B58807F5-8E5E-485A-8942-D996FB7AD70A}" destId="{21E68023-8A2F-4356-8110-E071C9038780}" srcOrd="2" destOrd="0" presId="urn:microsoft.com/office/officeart/2005/8/layout/target3"/>
    <dgm:cxn modelId="{2D7870CD-DD5B-4568-B094-8C375F1C2145}" type="presParOf" srcId="{B58807F5-8E5E-485A-8942-D996FB7AD70A}" destId="{F5103ECF-52CC-4609-BA75-7BB5FCE9C55B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8C44C5-B3C6-41AB-ACAF-CB7E750FEDC8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CD2BF8-62D5-4CC9-9E9E-5D9E56812582}">
      <dgm:prSet/>
      <dgm:spPr/>
      <dgm:t>
        <a:bodyPr/>
        <a:lstStyle/>
        <a:p>
          <a:r>
            <a:rPr lang="en-US" dirty="0"/>
            <a:t> 3.Methodology</a:t>
          </a:r>
        </a:p>
      </dgm:t>
    </dgm:pt>
    <dgm:pt modelId="{49ECC8B8-37C7-45F9-BB4D-9E5F53F4D930}" type="parTrans" cxnId="{836AA8EF-D69A-4FB1-9B8B-ACCA546DD3DC}">
      <dgm:prSet/>
      <dgm:spPr/>
      <dgm:t>
        <a:bodyPr/>
        <a:lstStyle/>
        <a:p>
          <a:endParaRPr lang="en-US"/>
        </a:p>
      </dgm:t>
    </dgm:pt>
    <dgm:pt modelId="{DF382946-C0BD-4B07-9A0C-82CDEF0D9C9E}" type="sibTrans" cxnId="{836AA8EF-D69A-4FB1-9B8B-ACCA546DD3DC}">
      <dgm:prSet/>
      <dgm:spPr/>
      <dgm:t>
        <a:bodyPr/>
        <a:lstStyle/>
        <a:p>
          <a:endParaRPr lang="en-US"/>
        </a:p>
      </dgm:t>
    </dgm:pt>
    <dgm:pt modelId="{8B917472-E6ED-4A89-9F00-1BA4A16BB0BC}" type="pres">
      <dgm:prSet presAssocID="{D58C44C5-B3C6-41AB-ACAF-CB7E750FEDC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FB5217E-D757-4291-AAFB-8EA51F5B2DC6}" type="pres">
      <dgm:prSet presAssocID="{31CD2BF8-62D5-4CC9-9E9E-5D9E56812582}" presName="circle1" presStyleLbl="node1" presStyleIdx="0" presStyleCnt="1"/>
      <dgm:spPr/>
    </dgm:pt>
    <dgm:pt modelId="{B64200AE-E16F-4552-B6A0-7AB7B62C1E21}" type="pres">
      <dgm:prSet presAssocID="{31CD2BF8-62D5-4CC9-9E9E-5D9E56812582}" presName="space" presStyleCnt="0"/>
      <dgm:spPr/>
    </dgm:pt>
    <dgm:pt modelId="{8FF5B2DB-B722-4B59-8E12-1C045E8D64AA}" type="pres">
      <dgm:prSet presAssocID="{31CD2BF8-62D5-4CC9-9E9E-5D9E56812582}" presName="rect1" presStyleLbl="alignAcc1" presStyleIdx="0" presStyleCnt="1" custLinFactNeighborX="19666" custLinFactNeighborY="-829"/>
      <dgm:spPr/>
    </dgm:pt>
    <dgm:pt modelId="{2961723D-6E3B-4EF6-B65B-E0A858FB428F}" type="pres">
      <dgm:prSet presAssocID="{31CD2BF8-62D5-4CC9-9E9E-5D9E56812582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B5125B3F-45DE-4AEF-BF1D-C698A4461B8E}" type="presOf" srcId="{D58C44C5-B3C6-41AB-ACAF-CB7E750FEDC8}" destId="{8B917472-E6ED-4A89-9F00-1BA4A16BB0BC}" srcOrd="0" destOrd="0" presId="urn:microsoft.com/office/officeart/2005/8/layout/target3"/>
    <dgm:cxn modelId="{291CC55F-8B39-4A17-B4F6-B5208A7B09B4}" type="presOf" srcId="{31CD2BF8-62D5-4CC9-9E9E-5D9E56812582}" destId="{8FF5B2DB-B722-4B59-8E12-1C045E8D64AA}" srcOrd="0" destOrd="0" presId="urn:microsoft.com/office/officeart/2005/8/layout/target3"/>
    <dgm:cxn modelId="{35244150-59DF-4EA8-A8F9-0FFC00207416}" type="presOf" srcId="{31CD2BF8-62D5-4CC9-9E9E-5D9E56812582}" destId="{2961723D-6E3B-4EF6-B65B-E0A858FB428F}" srcOrd="1" destOrd="0" presId="urn:microsoft.com/office/officeart/2005/8/layout/target3"/>
    <dgm:cxn modelId="{836AA8EF-D69A-4FB1-9B8B-ACCA546DD3DC}" srcId="{D58C44C5-B3C6-41AB-ACAF-CB7E750FEDC8}" destId="{31CD2BF8-62D5-4CC9-9E9E-5D9E56812582}" srcOrd="0" destOrd="0" parTransId="{49ECC8B8-37C7-45F9-BB4D-9E5F53F4D930}" sibTransId="{DF382946-C0BD-4B07-9A0C-82CDEF0D9C9E}"/>
    <dgm:cxn modelId="{C7B5EB57-4F20-4934-A545-32E8F3586F0A}" type="presParOf" srcId="{8B917472-E6ED-4A89-9F00-1BA4A16BB0BC}" destId="{0FB5217E-D757-4291-AAFB-8EA51F5B2DC6}" srcOrd="0" destOrd="0" presId="urn:microsoft.com/office/officeart/2005/8/layout/target3"/>
    <dgm:cxn modelId="{CEB6ED91-68C5-4434-8B92-3E37639DE2A3}" type="presParOf" srcId="{8B917472-E6ED-4A89-9F00-1BA4A16BB0BC}" destId="{B64200AE-E16F-4552-B6A0-7AB7B62C1E21}" srcOrd="1" destOrd="0" presId="urn:microsoft.com/office/officeart/2005/8/layout/target3"/>
    <dgm:cxn modelId="{57AA3942-5C31-4839-AD04-A96FF975C9E1}" type="presParOf" srcId="{8B917472-E6ED-4A89-9F00-1BA4A16BB0BC}" destId="{8FF5B2DB-B722-4B59-8E12-1C045E8D64AA}" srcOrd="2" destOrd="0" presId="urn:microsoft.com/office/officeart/2005/8/layout/target3"/>
    <dgm:cxn modelId="{AB076D5E-7200-4200-823A-0D24CE158452}" type="presParOf" srcId="{8B917472-E6ED-4A89-9F00-1BA4A16BB0BC}" destId="{2961723D-6E3B-4EF6-B65B-E0A858FB428F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284159-2FFF-4CAD-9F38-00D2BB2C826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AF792D-1F8B-4789-A5B6-1AF0A9677B9B}">
      <dgm:prSet/>
      <dgm:spPr/>
      <dgm:t>
        <a:bodyPr/>
        <a:lstStyle/>
        <a:p>
          <a:r>
            <a:rPr lang="en-US"/>
            <a:t>4.Results and Analysis </a:t>
          </a:r>
        </a:p>
      </dgm:t>
    </dgm:pt>
    <dgm:pt modelId="{F6D20D7E-A8FD-4E71-B192-DDE57788A5F2}" type="parTrans" cxnId="{240EC814-2ED2-4DC0-ABA1-7BF245D89E95}">
      <dgm:prSet/>
      <dgm:spPr/>
      <dgm:t>
        <a:bodyPr/>
        <a:lstStyle/>
        <a:p>
          <a:endParaRPr lang="en-US"/>
        </a:p>
      </dgm:t>
    </dgm:pt>
    <dgm:pt modelId="{7999BF2C-A06A-45FC-8FAE-DC02C49575DE}" type="sibTrans" cxnId="{240EC814-2ED2-4DC0-ABA1-7BF245D89E95}">
      <dgm:prSet/>
      <dgm:spPr/>
      <dgm:t>
        <a:bodyPr/>
        <a:lstStyle/>
        <a:p>
          <a:endParaRPr lang="en-US"/>
        </a:p>
      </dgm:t>
    </dgm:pt>
    <dgm:pt modelId="{01758611-986F-4C31-B5E9-C5C15D7806A6}" type="pres">
      <dgm:prSet presAssocID="{10284159-2FFF-4CAD-9F38-00D2BB2C826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F327C8B-0C1D-4966-B9DD-E461E18AE1ED}" type="pres">
      <dgm:prSet presAssocID="{CDAF792D-1F8B-4789-A5B6-1AF0A9677B9B}" presName="circle1" presStyleLbl="node1" presStyleIdx="0" presStyleCnt="1"/>
      <dgm:spPr/>
    </dgm:pt>
    <dgm:pt modelId="{A2AE6967-B4DE-4C78-94A7-CFC22F46A735}" type="pres">
      <dgm:prSet presAssocID="{CDAF792D-1F8B-4789-A5B6-1AF0A9677B9B}" presName="space" presStyleCnt="0"/>
      <dgm:spPr/>
    </dgm:pt>
    <dgm:pt modelId="{D6FEFFE3-080D-44BB-9091-290C673CE14A}" type="pres">
      <dgm:prSet presAssocID="{CDAF792D-1F8B-4789-A5B6-1AF0A9677B9B}" presName="rect1" presStyleLbl="alignAcc1" presStyleIdx="0" presStyleCnt="1"/>
      <dgm:spPr/>
    </dgm:pt>
    <dgm:pt modelId="{37976F6C-7883-46B5-A7C2-74A6F8468C38}" type="pres">
      <dgm:prSet presAssocID="{CDAF792D-1F8B-4789-A5B6-1AF0A9677B9B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91EC2808-B924-40E0-AB8D-2474E0D64D74}" type="presOf" srcId="{10284159-2FFF-4CAD-9F38-00D2BB2C8267}" destId="{01758611-986F-4C31-B5E9-C5C15D7806A6}" srcOrd="0" destOrd="0" presId="urn:microsoft.com/office/officeart/2005/8/layout/target3"/>
    <dgm:cxn modelId="{240EC814-2ED2-4DC0-ABA1-7BF245D89E95}" srcId="{10284159-2FFF-4CAD-9F38-00D2BB2C8267}" destId="{CDAF792D-1F8B-4789-A5B6-1AF0A9677B9B}" srcOrd="0" destOrd="0" parTransId="{F6D20D7E-A8FD-4E71-B192-DDE57788A5F2}" sibTransId="{7999BF2C-A06A-45FC-8FAE-DC02C49575DE}"/>
    <dgm:cxn modelId="{2D67AEAC-61E5-4E05-BAAD-8C0E8F26FBE5}" type="presOf" srcId="{CDAF792D-1F8B-4789-A5B6-1AF0A9677B9B}" destId="{37976F6C-7883-46B5-A7C2-74A6F8468C38}" srcOrd="1" destOrd="0" presId="urn:microsoft.com/office/officeart/2005/8/layout/target3"/>
    <dgm:cxn modelId="{E5B180EC-D520-4009-938D-A21C17CCDBD0}" type="presOf" srcId="{CDAF792D-1F8B-4789-A5B6-1AF0A9677B9B}" destId="{D6FEFFE3-080D-44BB-9091-290C673CE14A}" srcOrd="0" destOrd="0" presId="urn:microsoft.com/office/officeart/2005/8/layout/target3"/>
    <dgm:cxn modelId="{DE23C019-8AF8-49FD-B1DA-31638076FA6E}" type="presParOf" srcId="{01758611-986F-4C31-B5E9-C5C15D7806A6}" destId="{1F327C8B-0C1D-4966-B9DD-E461E18AE1ED}" srcOrd="0" destOrd="0" presId="urn:microsoft.com/office/officeart/2005/8/layout/target3"/>
    <dgm:cxn modelId="{EFA03A04-53AA-4ACC-BC61-145A54A32E6B}" type="presParOf" srcId="{01758611-986F-4C31-B5E9-C5C15D7806A6}" destId="{A2AE6967-B4DE-4C78-94A7-CFC22F46A735}" srcOrd="1" destOrd="0" presId="urn:microsoft.com/office/officeart/2005/8/layout/target3"/>
    <dgm:cxn modelId="{9F3C2974-E578-467A-B71A-37D2E4733AA8}" type="presParOf" srcId="{01758611-986F-4C31-B5E9-C5C15D7806A6}" destId="{D6FEFFE3-080D-44BB-9091-290C673CE14A}" srcOrd="2" destOrd="0" presId="urn:microsoft.com/office/officeart/2005/8/layout/target3"/>
    <dgm:cxn modelId="{AB91A24E-C419-4DDE-A7F6-214CD25EB322}" type="presParOf" srcId="{01758611-986F-4C31-B5E9-C5C15D7806A6}" destId="{37976F6C-7883-46B5-A7C2-74A6F8468C3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43E9B2-97B0-4EC3-A9B7-A56C147A703A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ED8A42-410C-4ADE-9C48-1085D8EE3E54}">
      <dgm:prSet/>
      <dgm:spPr/>
      <dgm:t>
        <a:bodyPr/>
        <a:lstStyle/>
        <a:p>
          <a:r>
            <a:rPr lang="en-US" dirty="0"/>
            <a:t>5.Web System</a:t>
          </a:r>
        </a:p>
      </dgm:t>
    </dgm:pt>
    <dgm:pt modelId="{31DE2C97-6443-4090-AC61-81FF2388B261}" type="parTrans" cxnId="{CB0F6721-D890-4773-8FC1-3946AD648C92}">
      <dgm:prSet/>
      <dgm:spPr/>
      <dgm:t>
        <a:bodyPr/>
        <a:lstStyle/>
        <a:p>
          <a:endParaRPr lang="en-US"/>
        </a:p>
      </dgm:t>
    </dgm:pt>
    <dgm:pt modelId="{D0959F51-C5F3-480A-9AF2-DCA7DB62C31A}" type="sibTrans" cxnId="{CB0F6721-D890-4773-8FC1-3946AD648C92}">
      <dgm:prSet/>
      <dgm:spPr/>
      <dgm:t>
        <a:bodyPr/>
        <a:lstStyle/>
        <a:p>
          <a:endParaRPr lang="en-US"/>
        </a:p>
      </dgm:t>
    </dgm:pt>
    <dgm:pt modelId="{467DE4AA-8F80-44C5-A1D0-0C8088A2FF5A}" type="pres">
      <dgm:prSet presAssocID="{7C43E9B2-97B0-4EC3-A9B7-A56C147A703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2FF2168B-7194-4B32-9031-A7DF808C46C7}" type="pres">
      <dgm:prSet presAssocID="{BBED8A42-410C-4ADE-9C48-1085D8EE3E54}" presName="circle1" presStyleLbl="node1" presStyleIdx="0" presStyleCnt="1"/>
      <dgm:spPr/>
    </dgm:pt>
    <dgm:pt modelId="{5C2FEA3F-1BB8-41E9-BD49-8F2D298D52E1}" type="pres">
      <dgm:prSet presAssocID="{BBED8A42-410C-4ADE-9C48-1085D8EE3E54}" presName="space" presStyleCnt="0"/>
      <dgm:spPr/>
    </dgm:pt>
    <dgm:pt modelId="{7BD04407-E5C5-4CCA-A3D5-4C921E5CF5A7}" type="pres">
      <dgm:prSet presAssocID="{BBED8A42-410C-4ADE-9C48-1085D8EE3E54}" presName="rect1" presStyleLbl="alignAcc1" presStyleIdx="0" presStyleCnt="1"/>
      <dgm:spPr/>
    </dgm:pt>
    <dgm:pt modelId="{D9A46DA6-B939-4BCF-BE7A-383ED780FB4F}" type="pres">
      <dgm:prSet presAssocID="{BBED8A42-410C-4ADE-9C48-1085D8EE3E54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CB0F6721-D890-4773-8FC1-3946AD648C92}" srcId="{7C43E9B2-97B0-4EC3-A9B7-A56C147A703A}" destId="{BBED8A42-410C-4ADE-9C48-1085D8EE3E54}" srcOrd="0" destOrd="0" parTransId="{31DE2C97-6443-4090-AC61-81FF2388B261}" sibTransId="{D0959F51-C5F3-480A-9AF2-DCA7DB62C31A}"/>
    <dgm:cxn modelId="{A7A79F3A-5BCD-4967-8C6A-8441A967C9CD}" type="presOf" srcId="{BBED8A42-410C-4ADE-9C48-1085D8EE3E54}" destId="{D9A46DA6-B939-4BCF-BE7A-383ED780FB4F}" srcOrd="1" destOrd="0" presId="urn:microsoft.com/office/officeart/2005/8/layout/target3"/>
    <dgm:cxn modelId="{57EDB546-408E-45DB-92BA-45CF887CB689}" type="presOf" srcId="{BBED8A42-410C-4ADE-9C48-1085D8EE3E54}" destId="{7BD04407-E5C5-4CCA-A3D5-4C921E5CF5A7}" srcOrd="0" destOrd="0" presId="urn:microsoft.com/office/officeart/2005/8/layout/target3"/>
    <dgm:cxn modelId="{4DC285A6-0D97-4F94-BF80-E339238D4B7D}" type="presOf" srcId="{7C43E9B2-97B0-4EC3-A9B7-A56C147A703A}" destId="{467DE4AA-8F80-44C5-A1D0-0C8088A2FF5A}" srcOrd="0" destOrd="0" presId="urn:microsoft.com/office/officeart/2005/8/layout/target3"/>
    <dgm:cxn modelId="{D151D56E-0295-46E1-9284-94F9F70D93C2}" type="presParOf" srcId="{467DE4AA-8F80-44C5-A1D0-0C8088A2FF5A}" destId="{2FF2168B-7194-4B32-9031-A7DF808C46C7}" srcOrd="0" destOrd="0" presId="urn:microsoft.com/office/officeart/2005/8/layout/target3"/>
    <dgm:cxn modelId="{17A78BAF-4B41-48AF-BEBD-B66BE0107C5A}" type="presParOf" srcId="{467DE4AA-8F80-44C5-A1D0-0C8088A2FF5A}" destId="{5C2FEA3F-1BB8-41E9-BD49-8F2D298D52E1}" srcOrd="1" destOrd="0" presId="urn:microsoft.com/office/officeart/2005/8/layout/target3"/>
    <dgm:cxn modelId="{8258571E-CB7C-4E5A-AB33-3F528C10AC21}" type="presParOf" srcId="{467DE4AA-8F80-44C5-A1D0-0C8088A2FF5A}" destId="{7BD04407-E5C5-4CCA-A3D5-4C921E5CF5A7}" srcOrd="2" destOrd="0" presId="urn:microsoft.com/office/officeart/2005/8/layout/target3"/>
    <dgm:cxn modelId="{131B0947-AA43-4FF6-9C70-FBF602D92EB6}" type="presParOf" srcId="{467DE4AA-8F80-44C5-A1D0-0C8088A2FF5A}" destId="{D9A46DA6-B939-4BCF-BE7A-383ED780FB4F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F21357-BEEF-403A-A6B6-E09854BFD40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4E137A-C847-47F4-B7A7-0E3152ACFC4A}">
      <dgm:prSet/>
      <dgm:spPr/>
      <dgm:t>
        <a:bodyPr/>
        <a:lstStyle/>
        <a:p>
          <a:r>
            <a:rPr lang="en-US"/>
            <a:t>6.Conclusion &amp; Future Work</a:t>
          </a:r>
        </a:p>
      </dgm:t>
    </dgm:pt>
    <dgm:pt modelId="{620673AD-3453-4B00-9857-CB4FB08CEA10}" type="parTrans" cxnId="{6892B82E-AA44-4E19-AFF1-DE5324D62A9F}">
      <dgm:prSet/>
      <dgm:spPr/>
      <dgm:t>
        <a:bodyPr/>
        <a:lstStyle/>
        <a:p>
          <a:endParaRPr lang="en-US"/>
        </a:p>
      </dgm:t>
    </dgm:pt>
    <dgm:pt modelId="{923A814B-C710-4B72-8886-DF435B28D716}" type="sibTrans" cxnId="{6892B82E-AA44-4E19-AFF1-DE5324D62A9F}">
      <dgm:prSet/>
      <dgm:spPr/>
      <dgm:t>
        <a:bodyPr/>
        <a:lstStyle/>
        <a:p>
          <a:endParaRPr lang="en-US"/>
        </a:p>
      </dgm:t>
    </dgm:pt>
    <dgm:pt modelId="{4B3DB634-B763-442A-A78E-0B00C5B26396}" type="pres">
      <dgm:prSet presAssocID="{61F21357-BEEF-403A-A6B6-E09854BFD40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051B23A-94F5-45EC-8A7C-48FDA7EEA6D8}" type="pres">
      <dgm:prSet presAssocID="{F94E137A-C847-47F4-B7A7-0E3152ACFC4A}" presName="circle1" presStyleLbl="node1" presStyleIdx="0" presStyleCnt="1"/>
      <dgm:spPr/>
    </dgm:pt>
    <dgm:pt modelId="{186E692D-3FCC-4F86-9067-3E3620C6298D}" type="pres">
      <dgm:prSet presAssocID="{F94E137A-C847-47F4-B7A7-0E3152ACFC4A}" presName="space" presStyleCnt="0"/>
      <dgm:spPr/>
    </dgm:pt>
    <dgm:pt modelId="{9F123033-2772-4BB2-8B77-EC520660AC70}" type="pres">
      <dgm:prSet presAssocID="{F94E137A-C847-47F4-B7A7-0E3152ACFC4A}" presName="rect1" presStyleLbl="alignAcc1" presStyleIdx="0" presStyleCnt="1"/>
      <dgm:spPr/>
    </dgm:pt>
    <dgm:pt modelId="{40F2962D-5271-4CE4-8C96-D5E3990F98CC}" type="pres">
      <dgm:prSet presAssocID="{F94E137A-C847-47F4-B7A7-0E3152ACFC4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D2B9D604-27CD-4650-A141-2B7114338089}" type="presOf" srcId="{61F21357-BEEF-403A-A6B6-E09854BFD40F}" destId="{4B3DB634-B763-442A-A78E-0B00C5B26396}" srcOrd="0" destOrd="0" presId="urn:microsoft.com/office/officeart/2005/8/layout/target3"/>
    <dgm:cxn modelId="{6892B82E-AA44-4E19-AFF1-DE5324D62A9F}" srcId="{61F21357-BEEF-403A-A6B6-E09854BFD40F}" destId="{F94E137A-C847-47F4-B7A7-0E3152ACFC4A}" srcOrd="0" destOrd="0" parTransId="{620673AD-3453-4B00-9857-CB4FB08CEA10}" sibTransId="{923A814B-C710-4B72-8886-DF435B28D716}"/>
    <dgm:cxn modelId="{97F3E445-7BCB-454F-B8F0-EFEB352C16CE}" type="presOf" srcId="{F94E137A-C847-47F4-B7A7-0E3152ACFC4A}" destId="{40F2962D-5271-4CE4-8C96-D5E3990F98CC}" srcOrd="1" destOrd="0" presId="urn:microsoft.com/office/officeart/2005/8/layout/target3"/>
    <dgm:cxn modelId="{A121A8D8-51CA-4AE9-8A5B-5F228F018A3A}" type="presOf" srcId="{F94E137A-C847-47F4-B7A7-0E3152ACFC4A}" destId="{9F123033-2772-4BB2-8B77-EC520660AC70}" srcOrd="0" destOrd="0" presId="urn:microsoft.com/office/officeart/2005/8/layout/target3"/>
    <dgm:cxn modelId="{7BB38AA7-3945-4D85-AD82-06C7EB27D9C4}" type="presParOf" srcId="{4B3DB634-B763-442A-A78E-0B00C5B26396}" destId="{A051B23A-94F5-45EC-8A7C-48FDA7EEA6D8}" srcOrd="0" destOrd="0" presId="urn:microsoft.com/office/officeart/2005/8/layout/target3"/>
    <dgm:cxn modelId="{BB05E67F-AD89-42AD-AC6A-B51DE222F9AE}" type="presParOf" srcId="{4B3DB634-B763-442A-A78E-0B00C5B26396}" destId="{186E692D-3FCC-4F86-9067-3E3620C6298D}" srcOrd="1" destOrd="0" presId="urn:microsoft.com/office/officeart/2005/8/layout/target3"/>
    <dgm:cxn modelId="{34176005-B4B0-4F4B-BFDB-FE76A360BCD3}" type="presParOf" srcId="{4B3DB634-B763-442A-A78E-0B00C5B26396}" destId="{9F123033-2772-4BB2-8B77-EC520660AC70}" srcOrd="2" destOrd="0" presId="urn:microsoft.com/office/officeart/2005/8/layout/target3"/>
    <dgm:cxn modelId="{EAD9E1E7-DC25-4DBF-B90D-635D6615D6D2}" type="presParOf" srcId="{4B3DB634-B763-442A-A78E-0B00C5B26396}" destId="{40F2962D-5271-4CE4-8C96-D5E3990F98CC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9C40C7-B273-452E-B6FC-E227C6873943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BC4EDE-7A05-4871-8B20-8B9D705DC3AE}">
      <dgm:prSet/>
      <dgm:spPr/>
      <dgm:t>
        <a:bodyPr/>
        <a:lstStyle/>
        <a:p>
          <a:r>
            <a:rPr lang="en-US"/>
            <a:t>7.References</a:t>
          </a:r>
        </a:p>
      </dgm:t>
    </dgm:pt>
    <dgm:pt modelId="{8681F93D-EEB8-4BD2-8837-E199E65BF448}" type="parTrans" cxnId="{3220C114-76A2-4FB7-A745-5985DEBECE30}">
      <dgm:prSet/>
      <dgm:spPr/>
      <dgm:t>
        <a:bodyPr/>
        <a:lstStyle/>
        <a:p>
          <a:endParaRPr lang="en-US"/>
        </a:p>
      </dgm:t>
    </dgm:pt>
    <dgm:pt modelId="{64A1D26A-5538-4E3D-A6E0-7EA9C3960937}" type="sibTrans" cxnId="{3220C114-76A2-4FB7-A745-5985DEBECE30}">
      <dgm:prSet/>
      <dgm:spPr/>
      <dgm:t>
        <a:bodyPr/>
        <a:lstStyle/>
        <a:p>
          <a:endParaRPr lang="en-US"/>
        </a:p>
      </dgm:t>
    </dgm:pt>
    <dgm:pt modelId="{4550517C-A33D-41D5-8858-B191FB79A698}" type="pres">
      <dgm:prSet presAssocID="{BF9C40C7-B273-452E-B6FC-E227C687394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95FED8B-5526-47D0-89B6-3885C29C5CC1}" type="pres">
      <dgm:prSet presAssocID="{D0BC4EDE-7A05-4871-8B20-8B9D705DC3AE}" presName="circle1" presStyleLbl="node1" presStyleIdx="0" presStyleCnt="1"/>
      <dgm:spPr/>
    </dgm:pt>
    <dgm:pt modelId="{182238BF-45E4-452A-B31E-5318562CDE0E}" type="pres">
      <dgm:prSet presAssocID="{D0BC4EDE-7A05-4871-8B20-8B9D705DC3AE}" presName="space" presStyleCnt="0"/>
      <dgm:spPr/>
    </dgm:pt>
    <dgm:pt modelId="{6B938A98-A4AD-4BD4-8D0C-BFEFF881859D}" type="pres">
      <dgm:prSet presAssocID="{D0BC4EDE-7A05-4871-8B20-8B9D705DC3AE}" presName="rect1" presStyleLbl="alignAcc1" presStyleIdx="0" presStyleCnt="1"/>
      <dgm:spPr/>
    </dgm:pt>
    <dgm:pt modelId="{5EAD0DB9-8750-4267-87D1-3F5DFAF4533D}" type="pres">
      <dgm:prSet presAssocID="{D0BC4EDE-7A05-4871-8B20-8B9D705DC3AE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3220C114-76A2-4FB7-A745-5985DEBECE30}" srcId="{BF9C40C7-B273-452E-B6FC-E227C6873943}" destId="{D0BC4EDE-7A05-4871-8B20-8B9D705DC3AE}" srcOrd="0" destOrd="0" parTransId="{8681F93D-EEB8-4BD2-8837-E199E65BF448}" sibTransId="{64A1D26A-5538-4E3D-A6E0-7EA9C3960937}"/>
    <dgm:cxn modelId="{41F632D2-C0FE-4DCD-BD9A-EAAD78672B55}" type="presOf" srcId="{D0BC4EDE-7A05-4871-8B20-8B9D705DC3AE}" destId="{6B938A98-A4AD-4BD4-8D0C-BFEFF881859D}" srcOrd="0" destOrd="0" presId="urn:microsoft.com/office/officeart/2005/8/layout/target3"/>
    <dgm:cxn modelId="{E1F440E0-E7DF-4853-ACF0-60ED9A190F93}" type="presOf" srcId="{BF9C40C7-B273-452E-B6FC-E227C6873943}" destId="{4550517C-A33D-41D5-8858-B191FB79A698}" srcOrd="0" destOrd="0" presId="urn:microsoft.com/office/officeart/2005/8/layout/target3"/>
    <dgm:cxn modelId="{AC58FDF8-C965-4DBD-A785-2985CFA5C851}" type="presOf" srcId="{D0BC4EDE-7A05-4871-8B20-8B9D705DC3AE}" destId="{5EAD0DB9-8750-4267-87D1-3F5DFAF4533D}" srcOrd="1" destOrd="0" presId="urn:microsoft.com/office/officeart/2005/8/layout/target3"/>
    <dgm:cxn modelId="{6E359EE8-95E5-40C7-88AA-2007A42365EC}" type="presParOf" srcId="{4550517C-A33D-41D5-8858-B191FB79A698}" destId="{895FED8B-5526-47D0-89B6-3885C29C5CC1}" srcOrd="0" destOrd="0" presId="urn:microsoft.com/office/officeart/2005/8/layout/target3"/>
    <dgm:cxn modelId="{689AD1F9-A625-45CE-90B7-A6B06C976D2A}" type="presParOf" srcId="{4550517C-A33D-41D5-8858-B191FB79A698}" destId="{182238BF-45E4-452A-B31E-5318562CDE0E}" srcOrd="1" destOrd="0" presId="urn:microsoft.com/office/officeart/2005/8/layout/target3"/>
    <dgm:cxn modelId="{9D58703F-1A8F-4185-AAA9-ADAFAC91777C}" type="presParOf" srcId="{4550517C-A33D-41D5-8858-B191FB79A698}" destId="{6B938A98-A4AD-4BD4-8D0C-BFEFF881859D}" srcOrd="2" destOrd="0" presId="urn:microsoft.com/office/officeart/2005/8/layout/target3"/>
    <dgm:cxn modelId="{9F8475BF-A1DB-4542-9DD0-19735644560E}" type="presParOf" srcId="{4550517C-A33D-41D5-8858-B191FB79A698}" destId="{5EAD0DB9-8750-4267-87D1-3F5DFAF4533D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31492D9-2D9F-4004-89D5-1352A053851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0A97BE-7202-4FEB-B4C3-69B065945DA5}">
      <dgm:prSet/>
      <dgm:spPr/>
      <dgm:t>
        <a:bodyPr/>
        <a:lstStyle/>
        <a:p>
          <a:r>
            <a:rPr lang="en-US" b="0" dirty="0"/>
            <a:t>Overview</a:t>
          </a:r>
          <a:endParaRPr lang="en-US" dirty="0"/>
        </a:p>
      </dgm:t>
    </dgm:pt>
    <dgm:pt modelId="{2E5E8A8D-E5F5-48C8-9808-4DC65167BB75}" type="parTrans" cxnId="{0A33D8DE-415A-4BF3-ABE2-3EBE4E2A3AEB}">
      <dgm:prSet/>
      <dgm:spPr/>
      <dgm:t>
        <a:bodyPr/>
        <a:lstStyle/>
        <a:p>
          <a:endParaRPr lang="en-US"/>
        </a:p>
      </dgm:t>
    </dgm:pt>
    <dgm:pt modelId="{2D9FDB99-60D1-44CA-8F80-E218100D1EFA}" type="sibTrans" cxnId="{0A33D8DE-415A-4BF3-ABE2-3EBE4E2A3AEB}">
      <dgm:prSet/>
      <dgm:spPr/>
      <dgm:t>
        <a:bodyPr/>
        <a:lstStyle/>
        <a:p>
          <a:endParaRPr lang="en-US"/>
        </a:p>
      </dgm:t>
    </dgm:pt>
    <dgm:pt modelId="{E193ACCA-07D8-48F6-9067-AAEB469F34A6}" type="pres">
      <dgm:prSet presAssocID="{B31492D9-2D9F-4004-89D5-1352A0538519}" presName="linearFlow" presStyleCnt="0">
        <dgm:presLayoutVars>
          <dgm:dir/>
          <dgm:resizeHandles val="exact"/>
        </dgm:presLayoutVars>
      </dgm:prSet>
      <dgm:spPr/>
    </dgm:pt>
    <dgm:pt modelId="{778F3114-9178-463F-928B-29291F3D0B13}" type="pres">
      <dgm:prSet presAssocID="{200A97BE-7202-4FEB-B4C3-69B065945DA5}" presName="composite" presStyleCnt="0"/>
      <dgm:spPr/>
    </dgm:pt>
    <dgm:pt modelId="{B9383EF7-BC4C-4812-B394-EF64E86DE2FB}" type="pres">
      <dgm:prSet presAssocID="{200A97BE-7202-4FEB-B4C3-69B065945DA5}" presName="imgShp" presStyleLbl="fgImgPlace1" presStyleIdx="0" presStyleCnt="1"/>
      <dgm:spPr/>
    </dgm:pt>
    <dgm:pt modelId="{93A6B9B1-4BF7-44BB-80A4-A508C5DF99DA}" type="pres">
      <dgm:prSet presAssocID="{200A97BE-7202-4FEB-B4C3-69B065945DA5}" presName="txShp" presStyleLbl="node1" presStyleIdx="0" presStyleCnt="1">
        <dgm:presLayoutVars>
          <dgm:bulletEnabled val="1"/>
        </dgm:presLayoutVars>
      </dgm:prSet>
      <dgm:spPr/>
    </dgm:pt>
  </dgm:ptLst>
  <dgm:cxnLst>
    <dgm:cxn modelId="{3418465D-27CE-4646-A052-E9CF8C331EF6}" type="presOf" srcId="{B31492D9-2D9F-4004-89D5-1352A0538519}" destId="{E193ACCA-07D8-48F6-9067-AAEB469F34A6}" srcOrd="0" destOrd="0" presId="urn:microsoft.com/office/officeart/2005/8/layout/vList3"/>
    <dgm:cxn modelId="{9BB3B4D8-2987-469F-9E66-5B08BC643206}" type="presOf" srcId="{200A97BE-7202-4FEB-B4C3-69B065945DA5}" destId="{93A6B9B1-4BF7-44BB-80A4-A508C5DF99DA}" srcOrd="0" destOrd="0" presId="urn:microsoft.com/office/officeart/2005/8/layout/vList3"/>
    <dgm:cxn modelId="{0A33D8DE-415A-4BF3-ABE2-3EBE4E2A3AEB}" srcId="{B31492D9-2D9F-4004-89D5-1352A0538519}" destId="{200A97BE-7202-4FEB-B4C3-69B065945DA5}" srcOrd="0" destOrd="0" parTransId="{2E5E8A8D-E5F5-48C8-9808-4DC65167BB75}" sibTransId="{2D9FDB99-60D1-44CA-8F80-E218100D1EFA}"/>
    <dgm:cxn modelId="{6C69AEFF-2F7C-4FD5-8457-5F8D82708120}" type="presParOf" srcId="{E193ACCA-07D8-48F6-9067-AAEB469F34A6}" destId="{778F3114-9178-463F-928B-29291F3D0B13}" srcOrd="0" destOrd="0" presId="urn:microsoft.com/office/officeart/2005/8/layout/vList3"/>
    <dgm:cxn modelId="{229585AE-95E2-490F-8EEC-E907A94F6331}" type="presParOf" srcId="{778F3114-9178-463F-928B-29291F3D0B13}" destId="{B9383EF7-BC4C-4812-B394-EF64E86DE2FB}" srcOrd="0" destOrd="0" presId="urn:microsoft.com/office/officeart/2005/8/layout/vList3"/>
    <dgm:cxn modelId="{FFF1C8DF-84DB-4E0C-813E-937319216F29}" type="presParOf" srcId="{778F3114-9178-463F-928B-29291F3D0B13}" destId="{93A6B9B1-4BF7-44BB-80A4-A508C5DF99D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F4290B4-878C-4C1B-99EF-1D0989769B19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1D6DB4-2076-4B5C-968A-4805CD84F9D2}">
      <dgm:prSet/>
      <dgm:spPr/>
      <dgm:t>
        <a:bodyPr/>
        <a:lstStyle/>
        <a:p>
          <a:r>
            <a:rPr lang="en-US"/>
            <a:t>Source: Kaggle Bank Loan Dataset </a:t>
          </a:r>
        </a:p>
      </dgm:t>
    </dgm:pt>
    <dgm:pt modelId="{E54CB56B-EBBD-4C90-B781-2739844016F2}" type="parTrans" cxnId="{51417ACF-2A44-49CE-965C-ACA470E6BD38}">
      <dgm:prSet/>
      <dgm:spPr/>
      <dgm:t>
        <a:bodyPr/>
        <a:lstStyle/>
        <a:p>
          <a:endParaRPr lang="en-US"/>
        </a:p>
      </dgm:t>
    </dgm:pt>
    <dgm:pt modelId="{9CF0AA1F-8D2A-4405-B970-2140FE31711F}" type="sibTrans" cxnId="{51417ACF-2A44-49CE-965C-ACA470E6BD38}">
      <dgm:prSet/>
      <dgm:spPr/>
      <dgm:t>
        <a:bodyPr/>
        <a:lstStyle/>
        <a:p>
          <a:endParaRPr lang="en-US"/>
        </a:p>
      </dgm:t>
    </dgm:pt>
    <dgm:pt modelId="{8C0F421C-9774-47A6-8514-13452BB8CB70}">
      <dgm:prSet/>
      <dgm:spPr/>
      <dgm:t>
        <a:bodyPr/>
        <a:lstStyle/>
        <a:p>
          <a:r>
            <a:rPr lang="en-US"/>
            <a:t>Records: 614 </a:t>
          </a:r>
        </a:p>
      </dgm:t>
    </dgm:pt>
    <dgm:pt modelId="{E094AD8D-A697-4C06-BE87-B66DCC235AC0}" type="parTrans" cxnId="{125ABA3E-D014-47C8-A7E8-89F24952AB1A}">
      <dgm:prSet/>
      <dgm:spPr/>
      <dgm:t>
        <a:bodyPr/>
        <a:lstStyle/>
        <a:p>
          <a:endParaRPr lang="en-US"/>
        </a:p>
      </dgm:t>
    </dgm:pt>
    <dgm:pt modelId="{5FFF7FC5-4964-4360-9274-86C068773FE6}" type="sibTrans" cxnId="{125ABA3E-D014-47C8-A7E8-89F24952AB1A}">
      <dgm:prSet/>
      <dgm:spPr/>
      <dgm:t>
        <a:bodyPr/>
        <a:lstStyle/>
        <a:p>
          <a:endParaRPr lang="en-US"/>
        </a:p>
      </dgm:t>
    </dgm:pt>
    <dgm:pt modelId="{6A03EBF1-0B5E-4928-BD67-5A39E719DDE1}">
      <dgm:prSet/>
      <dgm:spPr/>
      <dgm:t>
        <a:bodyPr/>
        <a:lstStyle/>
        <a:p>
          <a:r>
            <a:rPr lang="en-US"/>
            <a:t>Features: 13</a:t>
          </a:r>
        </a:p>
      </dgm:t>
    </dgm:pt>
    <dgm:pt modelId="{F6B63162-4E8E-4602-9A47-2E34ECB14C4C}" type="parTrans" cxnId="{54D6D497-35B2-4C47-9BBC-32984EBAF89B}">
      <dgm:prSet/>
      <dgm:spPr/>
      <dgm:t>
        <a:bodyPr/>
        <a:lstStyle/>
        <a:p>
          <a:endParaRPr lang="en-US"/>
        </a:p>
      </dgm:t>
    </dgm:pt>
    <dgm:pt modelId="{EA7E5539-E94E-4C34-A4D8-66EB62748993}" type="sibTrans" cxnId="{54D6D497-35B2-4C47-9BBC-32984EBAF89B}">
      <dgm:prSet/>
      <dgm:spPr/>
      <dgm:t>
        <a:bodyPr/>
        <a:lstStyle/>
        <a:p>
          <a:endParaRPr lang="en-US"/>
        </a:p>
      </dgm:t>
    </dgm:pt>
    <dgm:pt modelId="{9D658472-7DB6-40B6-9CCC-CAE88CC7283A}" type="pres">
      <dgm:prSet presAssocID="{BF4290B4-878C-4C1B-99EF-1D0989769B19}" presName="compositeShape" presStyleCnt="0">
        <dgm:presLayoutVars>
          <dgm:dir/>
          <dgm:resizeHandles/>
        </dgm:presLayoutVars>
      </dgm:prSet>
      <dgm:spPr/>
    </dgm:pt>
    <dgm:pt modelId="{D8EA9A81-BE1E-43CA-BEE4-41B21D13CE92}" type="pres">
      <dgm:prSet presAssocID="{BF4290B4-878C-4C1B-99EF-1D0989769B19}" presName="pyramid" presStyleLbl="node1" presStyleIdx="0" presStyleCnt="1"/>
      <dgm:spPr/>
    </dgm:pt>
    <dgm:pt modelId="{C3CBA31F-5FA9-4485-9955-03A7B2C66BAD}" type="pres">
      <dgm:prSet presAssocID="{BF4290B4-878C-4C1B-99EF-1D0989769B19}" presName="theList" presStyleCnt="0"/>
      <dgm:spPr/>
    </dgm:pt>
    <dgm:pt modelId="{255836D2-446E-4D01-91A8-9B6878BDD32D}" type="pres">
      <dgm:prSet presAssocID="{C91D6DB4-2076-4B5C-968A-4805CD84F9D2}" presName="aNode" presStyleLbl="fgAcc1" presStyleIdx="0" presStyleCnt="3">
        <dgm:presLayoutVars>
          <dgm:bulletEnabled val="1"/>
        </dgm:presLayoutVars>
      </dgm:prSet>
      <dgm:spPr/>
    </dgm:pt>
    <dgm:pt modelId="{744180DE-BFB2-40FD-96E0-8FE41E71A48F}" type="pres">
      <dgm:prSet presAssocID="{C91D6DB4-2076-4B5C-968A-4805CD84F9D2}" presName="aSpace" presStyleCnt="0"/>
      <dgm:spPr/>
    </dgm:pt>
    <dgm:pt modelId="{8667DE80-DF70-4421-8946-93F064A93699}" type="pres">
      <dgm:prSet presAssocID="{8C0F421C-9774-47A6-8514-13452BB8CB70}" presName="aNode" presStyleLbl="fgAcc1" presStyleIdx="1" presStyleCnt="3">
        <dgm:presLayoutVars>
          <dgm:bulletEnabled val="1"/>
        </dgm:presLayoutVars>
      </dgm:prSet>
      <dgm:spPr/>
    </dgm:pt>
    <dgm:pt modelId="{28CDCEBF-1136-423E-8F98-FBBA5B899F4A}" type="pres">
      <dgm:prSet presAssocID="{8C0F421C-9774-47A6-8514-13452BB8CB70}" presName="aSpace" presStyleCnt="0"/>
      <dgm:spPr/>
    </dgm:pt>
    <dgm:pt modelId="{65403628-93CC-4EF8-9A12-1DAD95914B3C}" type="pres">
      <dgm:prSet presAssocID="{6A03EBF1-0B5E-4928-BD67-5A39E719DDE1}" presName="aNode" presStyleLbl="fgAcc1" presStyleIdx="2" presStyleCnt="3">
        <dgm:presLayoutVars>
          <dgm:bulletEnabled val="1"/>
        </dgm:presLayoutVars>
      </dgm:prSet>
      <dgm:spPr/>
    </dgm:pt>
    <dgm:pt modelId="{CFE11EC7-9307-4E06-ADDC-E1A41284FCD7}" type="pres">
      <dgm:prSet presAssocID="{6A03EBF1-0B5E-4928-BD67-5A39E719DDE1}" presName="aSpace" presStyleCnt="0"/>
      <dgm:spPr/>
    </dgm:pt>
  </dgm:ptLst>
  <dgm:cxnLst>
    <dgm:cxn modelId="{D5D5001C-8ED3-4605-8F37-D8B200F0D0FB}" type="presOf" srcId="{BF4290B4-878C-4C1B-99EF-1D0989769B19}" destId="{9D658472-7DB6-40B6-9CCC-CAE88CC7283A}" srcOrd="0" destOrd="0" presId="urn:microsoft.com/office/officeart/2005/8/layout/pyramid2"/>
    <dgm:cxn modelId="{125ABA3E-D014-47C8-A7E8-89F24952AB1A}" srcId="{BF4290B4-878C-4C1B-99EF-1D0989769B19}" destId="{8C0F421C-9774-47A6-8514-13452BB8CB70}" srcOrd="1" destOrd="0" parTransId="{E094AD8D-A697-4C06-BE87-B66DCC235AC0}" sibTransId="{5FFF7FC5-4964-4360-9274-86C068773FE6}"/>
    <dgm:cxn modelId="{ECA63345-E56C-4B5E-9374-0B67D950B3EF}" type="presOf" srcId="{C91D6DB4-2076-4B5C-968A-4805CD84F9D2}" destId="{255836D2-446E-4D01-91A8-9B6878BDD32D}" srcOrd="0" destOrd="0" presId="urn:microsoft.com/office/officeart/2005/8/layout/pyramid2"/>
    <dgm:cxn modelId="{54D6D497-35B2-4C47-9BBC-32984EBAF89B}" srcId="{BF4290B4-878C-4C1B-99EF-1D0989769B19}" destId="{6A03EBF1-0B5E-4928-BD67-5A39E719DDE1}" srcOrd="2" destOrd="0" parTransId="{F6B63162-4E8E-4602-9A47-2E34ECB14C4C}" sibTransId="{EA7E5539-E94E-4C34-A4D8-66EB62748993}"/>
    <dgm:cxn modelId="{0AC1E0A2-BBD6-4590-81ED-5F13B4F73741}" type="presOf" srcId="{8C0F421C-9774-47A6-8514-13452BB8CB70}" destId="{8667DE80-DF70-4421-8946-93F064A93699}" srcOrd="0" destOrd="0" presId="urn:microsoft.com/office/officeart/2005/8/layout/pyramid2"/>
    <dgm:cxn modelId="{D6B4CBAF-6CD7-4F61-AD73-47223128F7B7}" type="presOf" srcId="{6A03EBF1-0B5E-4928-BD67-5A39E719DDE1}" destId="{65403628-93CC-4EF8-9A12-1DAD95914B3C}" srcOrd="0" destOrd="0" presId="urn:microsoft.com/office/officeart/2005/8/layout/pyramid2"/>
    <dgm:cxn modelId="{51417ACF-2A44-49CE-965C-ACA470E6BD38}" srcId="{BF4290B4-878C-4C1B-99EF-1D0989769B19}" destId="{C91D6DB4-2076-4B5C-968A-4805CD84F9D2}" srcOrd="0" destOrd="0" parTransId="{E54CB56B-EBBD-4C90-B781-2739844016F2}" sibTransId="{9CF0AA1F-8D2A-4405-B970-2140FE31711F}"/>
    <dgm:cxn modelId="{AE090AAD-B204-4CEA-B2A6-9DA02765F7E5}" type="presParOf" srcId="{9D658472-7DB6-40B6-9CCC-CAE88CC7283A}" destId="{D8EA9A81-BE1E-43CA-BEE4-41B21D13CE92}" srcOrd="0" destOrd="0" presId="urn:microsoft.com/office/officeart/2005/8/layout/pyramid2"/>
    <dgm:cxn modelId="{E8BF0846-7F41-422C-9A4A-1A4FF28A8F86}" type="presParOf" srcId="{9D658472-7DB6-40B6-9CCC-CAE88CC7283A}" destId="{C3CBA31F-5FA9-4485-9955-03A7B2C66BAD}" srcOrd="1" destOrd="0" presId="urn:microsoft.com/office/officeart/2005/8/layout/pyramid2"/>
    <dgm:cxn modelId="{E1D22287-7FE8-4602-80BB-12AD5192C81D}" type="presParOf" srcId="{C3CBA31F-5FA9-4485-9955-03A7B2C66BAD}" destId="{255836D2-446E-4D01-91A8-9B6878BDD32D}" srcOrd="0" destOrd="0" presId="urn:microsoft.com/office/officeart/2005/8/layout/pyramid2"/>
    <dgm:cxn modelId="{BDC9B7A0-C550-4A67-BFAD-CC159B5C45A4}" type="presParOf" srcId="{C3CBA31F-5FA9-4485-9955-03A7B2C66BAD}" destId="{744180DE-BFB2-40FD-96E0-8FE41E71A48F}" srcOrd="1" destOrd="0" presId="urn:microsoft.com/office/officeart/2005/8/layout/pyramid2"/>
    <dgm:cxn modelId="{9EECCC3E-FBCC-41F3-B598-A8710F70EB2E}" type="presParOf" srcId="{C3CBA31F-5FA9-4485-9955-03A7B2C66BAD}" destId="{8667DE80-DF70-4421-8946-93F064A93699}" srcOrd="2" destOrd="0" presId="urn:microsoft.com/office/officeart/2005/8/layout/pyramid2"/>
    <dgm:cxn modelId="{67D02659-D2F0-407A-85C4-7A0A49D5D9B2}" type="presParOf" srcId="{C3CBA31F-5FA9-4485-9955-03A7B2C66BAD}" destId="{28CDCEBF-1136-423E-8F98-FBBA5B899F4A}" srcOrd="3" destOrd="0" presId="urn:microsoft.com/office/officeart/2005/8/layout/pyramid2"/>
    <dgm:cxn modelId="{1F4EDF50-B453-4312-B1F3-48E7B284488A}" type="presParOf" srcId="{C3CBA31F-5FA9-4485-9955-03A7B2C66BAD}" destId="{65403628-93CC-4EF8-9A12-1DAD95914B3C}" srcOrd="4" destOrd="0" presId="urn:microsoft.com/office/officeart/2005/8/layout/pyramid2"/>
    <dgm:cxn modelId="{8B92AC37-9E0A-4606-B76B-B7435C8CDF03}" type="presParOf" srcId="{C3CBA31F-5FA9-4485-9955-03A7B2C66BAD}" destId="{CFE11EC7-9307-4E06-ADDC-E1A41284FCD7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6608FFF-4BC0-43FD-80CE-442C29DDA0E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9E486D-F30A-4AF5-B1AF-59F95AFCB6B6}">
      <dgm:prSet/>
      <dgm:spPr/>
      <dgm:t>
        <a:bodyPr/>
        <a:lstStyle/>
        <a:p>
          <a:r>
            <a:rPr lang="en-US" b="0" dirty="0"/>
            <a:t>Key Features</a:t>
          </a:r>
          <a:endParaRPr lang="en-US" dirty="0"/>
        </a:p>
      </dgm:t>
    </dgm:pt>
    <dgm:pt modelId="{F90F0005-2E7A-4718-8103-A2145989D266}" type="parTrans" cxnId="{6C621998-0915-4CE9-B1CD-CD48D8929035}">
      <dgm:prSet/>
      <dgm:spPr/>
      <dgm:t>
        <a:bodyPr/>
        <a:lstStyle/>
        <a:p>
          <a:endParaRPr lang="en-US"/>
        </a:p>
      </dgm:t>
    </dgm:pt>
    <dgm:pt modelId="{12468DB1-89BE-42B7-B217-1CFEC1C363A8}" type="sibTrans" cxnId="{6C621998-0915-4CE9-B1CD-CD48D8929035}">
      <dgm:prSet/>
      <dgm:spPr/>
      <dgm:t>
        <a:bodyPr/>
        <a:lstStyle/>
        <a:p>
          <a:endParaRPr lang="en-US"/>
        </a:p>
      </dgm:t>
    </dgm:pt>
    <dgm:pt modelId="{9B7E0D90-07E4-4AB2-B070-70FBA3E5B721}" type="pres">
      <dgm:prSet presAssocID="{96608FFF-4BC0-43FD-80CE-442C29DDA0E2}" presName="linearFlow" presStyleCnt="0">
        <dgm:presLayoutVars>
          <dgm:dir/>
          <dgm:resizeHandles val="exact"/>
        </dgm:presLayoutVars>
      </dgm:prSet>
      <dgm:spPr/>
    </dgm:pt>
    <dgm:pt modelId="{627B07DF-B340-4FCB-8E12-ED788BAB08DB}" type="pres">
      <dgm:prSet presAssocID="{B59E486D-F30A-4AF5-B1AF-59F95AFCB6B6}" presName="composite" presStyleCnt="0"/>
      <dgm:spPr/>
    </dgm:pt>
    <dgm:pt modelId="{B7C7775D-2CA7-4E89-9454-87E742A97579}" type="pres">
      <dgm:prSet presAssocID="{B59E486D-F30A-4AF5-B1AF-59F95AFCB6B6}" presName="imgShp" presStyleLbl="fgImgPlace1" presStyleIdx="0" presStyleCnt="1"/>
      <dgm:spPr/>
    </dgm:pt>
    <dgm:pt modelId="{4788EE81-4284-4943-A48C-A819207630FD}" type="pres">
      <dgm:prSet presAssocID="{B59E486D-F30A-4AF5-B1AF-59F95AFCB6B6}" presName="txShp" presStyleLbl="node1" presStyleIdx="0" presStyleCnt="1">
        <dgm:presLayoutVars>
          <dgm:bulletEnabled val="1"/>
        </dgm:presLayoutVars>
      </dgm:prSet>
      <dgm:spPr/>
    </dgm:pt>
  </dgm:ptLst>
  <dgm:cxnLst>
    <dgm:cxn modelId="{0C8EDF6C-B8D7-4943-B0BE-5EA1356F5A5A}" type="presOf" srcId="{96608FFF-4BC0-43FD-80CE-442C29DDA0E2}" destId="{9B7E0D90-07E4-4AB2-B070-70FBA3E5B721}" srcOrd="0" destOrd="0" presId="urn:microsoft.com/office/officeart/2005/8/layout/vList3"/>
    <dgm:cxn modelId="{6C621998-0915-4CE9-B1CD-CD48D8929035}" srcId="{96608FFF-4BC0-43FD-80CE-442C29DDA0E2}" destId="{B59E486D-F30A-4AF5-B1AF-59F95AFCB6B6}" srcOrd="0" destOrd="0" parTransId="{F90F0005-2E7A-4718-8103-A2145989D266}" sibTransId="{12468DB1-89BE-42B7-B217-1CFEC1C363A8}"/>
    <dgm:cxn modelId="{262D86F9-7D80-48D1-8317-045292426800}" type="presOf" srcId="{B59E486D-F30A-4AF5-B1AF-59F95AFCB6B6}" destId="{4788EE81-4284-4943-A48C-A819207630FD}" srcOrd="0" destOrd="0" presId="urn:microsoft.com/office/officeart/2005/8/layout/vList3"/>
    <dgm:cxn modelId="{BBEB2C70-E12A-49B4-A18F-0191C7BE993D}" type="presParOf" srcId="{9B7E0D90-07E4-4AB2-B070-70FBA3E5B721}" destId="{627B07DF-B340-4FCB-8E12-ED788BAB08DB}" srcOrd="0" destOrd="0" presId="urn:microsoft.com/office/officeart/2005/8/layout/vList3"/>
    <dgm:cxn modelId="{A4AB1995-6FBF-45C6-A7F9-85771BB5C389}" type="presParOf" srcId="{627B07DF-B340-4FCB-8E12-ED788BAB08DB}" destId="{B7C7775D-2CA7-4E89-9454-87E742A97579}" srcOrd="0" destOrd="0" presId="urn:microsoft.com/office/officeart/2005/8/layout/vList3"/>
    <dgm:cxn modelId="{5C0D0568-E51B-40ED-AD97-ECD309DF2F65}" type="presParOf" srcId="{627B07DF-B340-4FCB-8E12-ED788BAB08DB}" destId="{4788EE81-4284-4943-A48C-A819207630F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9E8EF77-5D75-435E-A091-1B7147401E4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33BE58-3F8A-4C0A-9A6A-A78CF6714566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Applicant Income, Co-applicant Income, Loan Amount, Credit History, Marital Status, Education.</a:t>
          </a:r>
        </a:p>
      </dgm:t>
    </dgm:pt>
    <dgm:pt modelId="{76263E84-ACDA-4507-8F7D-D5B495FFBE6D}" type="parTrans" cxnId="{A500951C-5A1C-4428-A06D-1CD78C039BEE}">
      <dgm:prSet/>
      <dgm:spPr/>
      <dgm:t>
        <a:bodyPr/>
        <a:lstStyle/>
        <a:p>
          <a:endParaRPr lang="en-US"/>
        </a:p>
      </dgm:t>
    </dgm:pt>
    <dgm:pt modelId="{470FE983-E8F0-49DA-ACA3-F540A4F0A13D}" type="sibTrans" cxnId="{A500951C-5A1C-4428-A06D-1CD78C039BEE}">
      <dgm:prSet/>
      <dgm:spPr/>
      <dgm:t>
        <a:bodyPr/>
        <a:lstStyle/>
        <a:p>
          <a:endParaRPr lang="en-US"/>
        </a:p>
      </dgm:t>
    </dgm:pt>
    <dgm:pt modelId="{5EAAEF9D-B4FF-42BF-9A66-78BD21FF7819}" type="pres">
      <dgm:prSet presAssocID="{E9E8EF77-5D75-435E-A091-1B7147401E44}" presName="cycle" presStyleCnt="0">
        <dgm:presLayoutVars>
          <dgm:dir/>
          <dgm:resizeHandles val="exact"/>
        </dgm:presLayoutVars>
      </dgm:prSet>
      <dgm:spPr/>
    </dgm:pt>
    <dgm:pt modelId="{D555805B-2121-440C-8049-81DBCDF23937}" type="pres">
      <dgm:prSet presAssocID="{9533BE58-3F8A-4C0A-9A6A-A78CF6714566}" presName="node" presStyleLbl="node1" presStyleIdx="0" presStyleCnt="1" custScaleX="98825" custRadScaleRad="91766" custRadScaleInc="-213">
        <dgm:presLayoutVars>
          <dgm:bulletEnabled val="1"/>
        </dgm:presLayoutVars>
      </dgm:prSet>
      <dgm:spPr/>
    </dgm:pt>
  </dgm:ptLst>
  <dgm:cxnLst>
    <dgm:cxn modelId="{A500951C-5A1C-4428-A06D-1CD78C039BEE}" srcId="{E9E8EF77-5D75-435E-A091-1B7147401E44}" destId="{9533BE58-3F8A-4C0A-9A6A-A78CF6714566}" srcOrd="0" destOrd="0" parTransId="{76263E84-ACDA-4507-8F7D-D5B495FFBE6D}" sibTransId="{470FE983-E8F0-49DA-ACA3-F540A4F0A13D}"/>
    <dgm:cxn modelId="{AAD57A82-0755-48AF-A544-B911687E1468}" type="presOf" srcId="{9533BE58-3F8A-4C0A-9A6A-A78CF6714566}" destId="{D555805B-2121-440C-8049-81DBCDF23937}" srcOrd="0" destOrd="0" presId="urn:microsoft.com/office/officeart/2005/8/layout/cycle2"/>
    <dgm:cxn modelId="{C1C155C0-A6FB-4FB6-9881-DCE3DA6AB835}" type="presOf" srcId="{E9E8EF77-5D75-435E-A091-1B7147401E44}" destId="{5EAAEF9D-B4FF-42BF-9A66-78BD21FF7819}" srcOrd="0" destOrd="0" presId="urn:microsoft.com/office/officeart/2005/8/layout/cycle2"/>
    <dgm:cxn modelId="{45FC7BE7-1898-44CD-8EB5-8294B04D10DA}" type="presParOf" srcId="{5EAAEF9D-B4FF-42BF-9A66-78BD21FF7819}" destId="{D555805B-2121-440C-8049-81DBCDF239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D7051E3-308A-4280-AB15-FD4F65686B6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32E70C-11F4-452B-8249-2E807B5FDBDB}">
      <dgm:prSet/>
      <dgm:spPr/>
      <dgm:t>
        <a:bodyPr/>
        <a:lstStyle/>
        <a:p>
          <a:r>
            <a:rPr lang="en-US" b="0" dirty="0"/>
            <a:t>Preprocessing</a:t>
          </a:r>
          <a:endParaRPr lang="en-US" dirty="0"/>
        </a:p>
      </dgm:t>
    </dgm:pt>
    <dgm:pt modelId="{F006765F-90BB-43B0-BA3D-E757796F9271}" type="parTrans" cxnId="{F006A7E0-F9E6-4EDC-A005-CD86204D6BF3}">
      <dgm:prSet/>
      <dgm:spPr/>
      <dgm:t>
        <a:bodyPr/>
        <a:lstStyle/>
        <a:p>
          <a:endParaRPr lang="en-US"/>
        </a:p>
      </dgm:t>
    </dgm:pt>
    <dgm:pt modelId="{28753285-EEA7-4AA1-B46B-91B4FC02CB3A}" type="sibTrans" cxnId="{F006A7E0-F9E6-4EDC-A005-CD86204D6BF3}">
      <dgm:prSet/>
      <dgm:spPr/>
      <dgm:t>
        <a:bodyPr/>
        <a:lstStyle/>
        <a:p>
          <a:endParaRPr lang="en-US"/>
        </a:p>
      </dgm:t>
    </dgm:pt>
    <dgm:pt modelId="{2DEE7A6E-574F-4F74-A51F-2682F897ED65}" type="pres">
      <dgm:prSet presAssocID="{4D7051E3-308A-4280-AB15-FD4F65686B68}" presName="linearFlow" presStyleCnt="0">
        <dgm:presLayoutVars>
          <dgm:dir/>
          <dgm:resizeHandles val="exact"/>
        </dgm:presLayoutVars>
      </dgm:prSet>
      <dgm:spPr/>
    </dgm:pt>
    <dgm:pt modelId="{1A359955-0623-4238-BC14-6712D1726029}" type="pres">
      <dgm:prSet presAssocID="{D532E70C-11F4-452B-8249-2E807B5FDBDB}" presName="composite" presStyleCnt="0"/>
      <dgm:spPr/>
    </dgm:pt>
    <dgm:pt modelId="{709BE290-2212-4D80-A12B-8F8D067CC6F2}" type="pres">
      <dgm:prSet presAssocID="{D532E70C-11F4-452B-8249-2E807B5FDBDB}" presName="imgShp" presStyleLbl="fgImgPlace1" presStyleIdx="0" presStyleCnt="1" custLinFactNeighborX="37537"/>
      <dgm:spPr/>
    </dgm:pt>
    <dgm:pt modelId="{B29BA69E-EECC-4B4F-9112-D6122AA9AEBB}" type="pres">
      <dgm:prSet presAssocID="{D532E70C-11F4-452B-8249-2E807B5FDBDB}" presName="txShp" presStyleLbl="node1" presStyleIdx="0" presStyleCnt="1" custLinFactNeighborX="18131">
        <dgm:presLayoutVars>
          <dgm:bulletEnabled val="1"/>
        </dgm:presLayoutVars>
      </dgm:prSet>
      <dgm:spPr/>
    </dgm:pt>
  </dgm:ptLst>
  <dgm:cxnLst>
    <dgm:cxn modelId="{DC30EE16-20C0-4DD2-B0EA-E94FA6A8D3E5}" type="presOf" srcId="{4D7051E3-308A-4280-AB15-FD4F65686B68}" destId="{2DEE7A6E-574F-4F74-A51F-2682F897ED65}" srcOrd="0" destOrd="0" presId="urn:microsoft.com/office/officeart/2005/8/layout/vList3"/>
    <dgm:cxn modelId="{23FDC8B8-3D6D-4D38-82B4-A2E52071598D}" type="presOf" srcId="{D532E70C-11F4-452B-8249-2E807B5FDBDB}" destId="{B29BA69E-EECC-4B4F-9112-D6122AA9AEBB}" srcOrd="0" destOrd="0" presId="urn:microsoft.com/office/officeart/2005/8/layout/vList3"/>
    <dgm:cxn modelId="{F006A7E0-F9E6-4EDC-A005-CD86204D6BF3}" srcId="{4D7051E3-308A-4280-AB15-FD4F65686B68}" destId="{D532E70C-11F4-452B-8249-2E807B5FDBDB}" srcOrd="0" destOrd="0" parTransId="{F006765F-90BB-43B0-BA3D-E757796F9271}" sibTransId="{28753285-EEA7-4AA1-B46B-91B4FC02CB3A}"/>
    <dgm:cxn modelId="{87C39F53-A15F-46C1-88EC-A353C949F3E3}" type="presParOf" srcId="{2DEE7A6E-574F-4F74-A51F-2682F897ED65}" destId="{1A359955-0623-4238-BC14-6712D1726029}" srcOrd="0" destOrd="0" presId="urn:microsoft.com/office/officeart/2005/8/layout/vList3"/>
    <dgm:cxn modelId="{67071E16-C043-41BD-A072-7564EFB29B3C}" type="presParOf" srcId="{1A359955-0623-4238-BC14-6712D1726029}" destId="{709BE290-2212-4D80-A12B-8F8D067CC6F2}" srcOrd="0" destOrd="0" presId="urn:microsoft.com/office/officeart/2005/8/layout/vList3"/>
    <dgm:cxn modelId="{2B8C4F88-672A-4B83-A9E2-0C949C808186}" type="presParOf" srcId="{1A359955-0623-4238-BC14-6712D1726029}" destId="{B29BA69E-EECC-4B4F-9112-D6122AA9AEB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C7A9C1C-BC10-4E99-88B5-762E3F6ACC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4ABE6-4342-4955-994C-D705DB3239A4}">
      <dgm:prSet/>
      <dgm:spPr/>
      <dgm:t>
        <a:bodyPr/>
        <a:lstStyle/>
        <a:p>
          <a:r>
            <a:rPr lang="en-US" dirty="0"/>
            <a:t>Fill Missing values </a:t>
          </a:r>
        </a:p>
      </dgm:t>
    </dgm:pt>
    <dgm:pt modelId="{56091A63-7CED-4CC8-A269-5C6A5001BE43}" type="parTrans" cxnId="{4F748E4A-5426-47D5-8D3E-2CA0B06A1BA0}">
      <dgm:prSet/>
      <dgm:spPr/>
      <dgm:t>
        <a:bodyPr/>
        <a:lstStyle/>
        <a:p>
          <a:endParaRPr lang="en-US"/>
        </a:p>
      </dgm:t>
    </dgm:pt>
    <dgm:pt modelId="{096B388C-F3C7-4D84-AC09-FBA6318849A0}" type="sibTrans" cxnId="{4F748E4A-5426-47D5-8D3E-2CA0B06A1BA0}">
      <dgm:prSet/>
      <dgm:spPr/>
      <dgm:t>
        <a:bodyPr/>
        <a:lstStyle/>
        <a:p>
          <a:endParaRPr lang="en-US"/>
        </a:p>
      </dgm:t>
    </dgm:pt>
    <dgm:pt modelId="{1ABEA645-5121-480A-B322-8BE785419E15}">
      <dgm:prSet/>
      <dgm:spPr/>
      <dgm:t>
        <a:bodyPr/>
        <a:lstStyle/>
        <a:p>
          <a:r>
            <a:rPr lang="en-US" dirty="0"/>
            <a:t>categorical encoded </a:t>
          </a:r>
        </a:p>
      </dgm:t>
    </dgm:pt>
    <dgm:pt modelId="{82988A11-4BC6-4194-8A0C-AB17AFC2EAFF}" type="parTrans" cxnId="{351F1288-FA93-4DAA-8D2F-D37217AE124F}">
      <dgm:prSet/>
      <dgm:spPr/>
      <dgm:t>
        <a:bodyPr/>
        <a:lstStyle/>
        <a:p>
          <a:endParaRPr lang="en-US"/>
        </a:p>
      </dgm:t>
    </dgm:pt>
    <dgm:pt modelId="{0374B50A-90D4-4D41-A4AB-C1B6D0E14E4E}" type="sibTrans" cxnId="{351F1288-FA93-4DAA-8D2F-D37217AE124F}">
      <dgm:prSet/>
      <dgm:spPr/>
      <dgm:t>
        <a:bodyPr/>
        <a:lstStyle/>
        <a:p>
          <a:endParaRPr lang="en-US"/>
        </a:p>
      </dgm:t>
    </dgm:pt>
    <dgm:pt modelId="{B22E89C9-6799-44A6-B4D0-D10B792373A0}">
      <dgm:prSet/>
      <dgm:spPr/>
      <dgm:t>
        <a:bodyPr/>
        <a:lstStyle/>
        <a:p>
          <a:r>
            <a:rPr lang="en-US"/>
            <a:t>SMOTETomek for balance</a:t>
          </a:r>
        </a:p>
      </dgm:t>
    </dgm:pt>
    <dgm:pt modelId="{2DD32732-CE04-41F6-A152-E09CF30349FC}" type="parTrans" cxnId="{6821BC4D-CC00-4D05-8B6A-864B820DEC8B}">
      <dgm:prSet/>
      <dgm:spPr/>
      <dgm:t>
        <a:bodyPr/>
        <a:lstStyle/>
        <a:p>
          <a:endParaRPr lang="en-US"/>
        </a:p>
      </dgm:t>
    </dgm:pt>
    <dgm:pt modelId="{7CE555F2-5632-4621-B46A-10646D024E08}" type="sibTrans" cxnId="{6821BC4D-CC00-4D05-8B6A-864B820DEC8B}">
      <dgm:prSet/>
      <dgm:spPr/>
      <dgm:t>
        <a:bodyPr/>
        <a:lstStyle/>
        <a:p>
          <a:endParaRPr lang="en-US"/>
        </a:p>
      </dgm:t>
    </dgm:pt>
    <dgm:pt modelId="{F2DEFAEF-167D-435D-8153-513C0AB3B040}">
      <dgm:prSet/>
      <dgm:spPr/>
      <dgm:t>
        <a:bodyPr/>
        <a:lstStyle/>
        <a:p>
          <a:r>
            <a:rPr lang="en-US"/>
            <a:t>features scaled</a:t>
          </a:r>
        </a:p>
      </dgm:t>
    </dgm:pt>
    <dgm:pt modelId="{05957E82-1BAC-4F51-889A-43775136AB35}" type="parTrans" cxnId="{1A598FDA-E2E2-44DA-9E9D-DDF42B823050}">
      <dgm:prSet/>
      <dgm:spPr/>
      <dgm:t>
        <a:bodyPr/>
        <a:lstStyle/>
        <a:p>
          <a:endParaRPr lang="en-US"/>
        </a:p>
      </dgm:t>
    </dgm:pt>
    <dgm:pt modelId="{F5B35243-0A81-45A4-BA8F-64273EDC32F1}" type="sibTrans" cxnId="{1A598FDA-E2E2-44DA-9E9D-DDF42B823050}">
      <dgm:prSet/>
      <dgm:spPr/>
      <dgm:t>
        <a:bodyPr/>
        <a:lstStyle/>
        <a:p>
          <a:endParaRPr lang="en-US"/>
        </a:p>
      </dgm:t>
    </dgm:pt>
    <dgm:pt modelId="{A8DFCBBD-5CDC-491F-8010-65D5006FB55F}" type="pres">
      <dgm:prSet presAssocID="{7C7A9C1C-BC10-4E99-88B5-762E3F6ACC43}" presName="Name0" presStyleCnt="0">
        <dgm:presLayoutVars>
          <dgm:dir/>
          <dgm:animLvl val="lvl"/>
          <dgm:resizeHandles val="exact"/>
        </dgm:presLayoutVars>
      </dgm:prSet>
      <dgm:spPr/>
    </dgm:pt>
    <dgm:pt modelId="{2456E671-C04D-4D68-B567-B1E4213DBDEC}" type="pres">
      <dgm:prSet presAssocID="{C894ABE6-4342-4955-994C-D705DB3239A4}" presName="linNode" presStyleCnt="0"/>
      <dgm:spPr/>
    </dgm:pt>
    <dgm:pt modelId="{8D99453F-642F-442F-AD8F-F0A224F6F690}" type="pres">
      <dgm:prSet presAssocID="{C894ABE6-4342-4955-994C-D705DB3239A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2B24E7F-DD1C-4BE0-B8AF-5398ECEDDF02}" type="pres">
      <dgm:prSet presAssocID="{096B388C-F3C7-4D84-AC09-FBA6318849A0}" presName="sp" presStyleCnt="0"/>
      <dgm:spPr/>
    </dgm:pt>
    <dgm:pt modelId="{6A1A9768-43BE-4048-9E17-1B8C534E8305}" type="pres">
      <dgm:prSet presAssocID="{1ABEA645-5121-480A-B322-8BE785419E15}" presName="linNode" presStyleCnt="0"/>
      <dgm:spPr/>
    </dgm:pt>
    <dgm:pt modelId="{F2A45ED1-6567-4A3B-A1EC-4F181BE8F61D}" type="pres">
      <dgm:prSet presAssocID="{1ABEA645-5121-480A-B322-8BE785419E1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0354E95-D165-4CC2-AEA4-7629AC919613}" type="pres">
      <dgm:prSet presAssocID="{0374B50A-90D4-4D41-A4AB-C1B6D0E14E4E}" presName="sp" presStyleCnt="0"/>
      <dgm:spPr/>
    </dgm:pt>
    <dgm:pt modelId="{982587CA-05AE-4515-98B0-DFC9A3B04021}" type="pres">
      <dgm:prSet presAssocID="{B22E89C9-6799-44A6-B4D0-D10B792373A0}" presName="linNode" presStyleCnt="0"/>
      <dgm:spPr/>
    </dgm:pt>
    <dgm:pt modelId="{A91A1FA1-1D56-4E7B-9161-5DA62BA65F74}" type="pres">
      <dgm:prSet presAssocID="{B22E89C9-6799-44A6-B4D0-D10B792373A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052FEC7-E8F7-4D46-99DD-846E68A415F6}" type="pres">
      <dgm:prSet presAssocID="{7CE555F2-5632-4621-B46A-10646D024E08}" presName="sp" presStyleCnt="0"/>
      <dgm:spPr/>
    </dgm:pt>
    <dgm:pt modelId="{52622377-6FAC-4E18-8886-72967F24B1E8}" type="pres">
      <dgm:prSet presAssocID="{F2DEFAEF-167D-435D-8153-513C0AB3B040}" presName="linNode" presStyleCnt="0"/>
      <dgm:spPr/>
    </dgm:pt>
    <dgm:pt modelId="{2BB11B9E-441C-4077-9F7F-B76251E9E92D}" type="pres">
      <dgm:prSet presAssocID="{F2DEFAEF-167D-435D-8153-513C0AB3B040}" presName="parentText" presStyleLbl="node1" presStyleIdx="3" presStyleCnt="4" custLinFactNeighborX="-1113" custLinFactNeighborY="-7862">
        <dgm:presLayoutVars>
          <dgm:chMax val="1"/>
          <dgm:bulletEnabled val="1"/>
        </dgm:presLayoutVars>
      </dgm:prSet>
      <dgm:spPr/>
    </dgm:pt>
  </dgm:ptLst>
  <dgm:cxnLst>
    <dgm:cxn modelId="{D4EDAE1A-A16E-49D2-9255-F2C2FFFC7B2D}" type="presOf" srcId="{F2DEFAEF-167D-435D-8153-513C0AB3B040}" destId="{2BB11B9E-441C-4077-9F7F-B76251E9E92D}" srcOrd="0" destOrd="0" presId="urn:microsoft.com/office/officeart/2005/8/layout/vList5"/>
    <dgm:cxn modelId="{A660A525-CA78-4E80-B29C-2E31A1200C79}" type="presOf" srcId="{1ABEA645-5121-480A-B322-8BE785419E15}" destId="{F2A45ED1-6567-4A3B-A1EC-4F181BE8F61D}" srcOrd="0" destOrd="0" presId="urn:microsoft.com/office/officeart/2005/8/layout/vList5"/>
    <dgm:cxn modelId="{4F748E4A-5426-47D5-8D3E-2CA0B06A1BA0}" srcId="{7C7A9C1C-BC10-4E99-88B5-762E3F6ACC43}" destId="{C894ABE6-4342-4955-994C-D705DB3239A4}" srcOrd="0" destOrd="0" parTransId="{56091A63-7CED-4CC8-A269-5C6A5001BE43}" sibTransId="{096B388C-F3C7-4D84-AC09-FBA6318849A0}"/>
    <dgm:cxn modelId="{2561E14C-B27F-4984-B1A5-42B93C89075C}" type="presOf" srcId="{B22E89C9-6799-44A6-B4D0-D10B792373A0}" destId="{A91A1FA1-1D56-4E7B-9161-5DA62BA65F74}" srcOrd="0" destOrd="0" presId="urn:microsoft.com/office/officeart/2005/8/layout/vList5"/>
    <dgm:cxn modelId="{6821BC4D-CC00-4D05-8B6A-864B820DEC8B}" srcId="{7C7A9C1C-BC10-4E99-88B5-762E3F6ACC43}" destId="{B22E89C9-6799-44A6-B4D0-D10B792373A0}" srcOrd="2" destOrd="0" parTransId="{2DD32732-CE04-41F6-A152-E09CF30349FC}" sibTransId="{7CE555F2-5632-4621-B46A-10646D024E08}"/>
    <dgm:cxn modelId="{351F1288-FA93-4DAA-8D2F-D37217AE124F}" srcId="{7C7A9C1C-BC10-4E99-88B5-762E3F6ACC43}" destId="{1ABEA645-5121-480A-B322-8BE785419E15}" srcOrd="1" destOrd="0" parTransId="{82988A11-4BC6-4194-8A0C-AB17AFC2EAFF}" sibTransId="{0374B50A-90D4-4D41-A4AB-C1B6D0E14E4E}"/>
    <dgm:cxn modelId="{0870D0C0-97DE-4B27-9649-4F6D2C5D4F66}" type="presOf" srcId="{7C7A9C1C-BC10-4E99-88B5-762E3F6ACC43}" destId="{A8DFCBBD-5CDC-491F-8010-65D5006FB55F}" srcOrd="0" destOrd="0" presId="urn:microsoft.com/office/officeart/2005/8/layout/vList5"/>
    <dgm:cxn modelId="{1A598FDA-E2E2-44DA-9E9D-DDF42B823050}" srcId="{7C7A9C1C-BC10-4E99-88B5-762E3F6ACC43}" destId="{F2DEFAEF-167D-435D-8153-513C0AB3B040}" srcOrd="3" destOrd="0" parTransId="{05957E82-1BAC-4F51-889A-43775136AB35}" sibTransId="{F5B35243-0A81-45A4-BA8F-64273EDC32F1}"/>
    <dgm:cxn modelId="{D97928DF-A5EF-46AD-8171-2251F35F18F7}" type="presOf" srcId="{C894ABE6-4342-4955-994C-D705DB3239A4}" destId="{8D99453F-642F-442F-AD8F-F0A224F6F690}" srcOrd="0" destOrd="0" presId="urn:microsoft.com/office/officeart/2005/8/layout/vList5"/>
    <dgm:cxn modelId="{EC320F50-6D60-4F7F-A1EC-D40901185895}" type="presParOf" srcId="{A8DFCBBD-5CDC-491F-8010-65D5006FB55F}" destId="{2456E671-C04D-4D68-B567-B1E4213DBDEC}" srcOrd="0" destOrd="0" presId="urn:microsoft.com/office/officeart/2005/8/layout/vList5"/>
    <dgm:cxn modelId="{D4F63622-DE24-4A35-AFEC-2A5C753B1D3F}" type="presParOf" srcId="{2456E671-C04D-4D68-B567-B1E4213DBDEC}" destId="{8D99453F-642F-442F-AD8F-F0A224F6F690}" srcOrd="0" destOrd="0" presId="urn:microsoft.com/office/officeart/2005/8/layout/vList5"/>
    <dgm:cxn modelId="{332EAEB9-EA6B-4D19-9680-2F218A1551D7}" type="presParOf" srcId="{A8DFCBBD-5CDC-491F-8010-65D5006FB55F}" destId="{52B24E7F-DD1C-4BE0-B8AF-5398ECEDDF02}" srcOrd="1" destOrd="0" presId="urn:microsoft.com/office/officeart/2005/8/layout/vList5"/>
    <dgm:cxn modelId="{326D20D7-CF1D-4107-8D9A-849FACAF8E76}" type="presParOf" srcId="{A8DFCBBD-5CDC-491F-8010-65D5006FB55F}" destId="{6A1A9768-43BE-4048-9E17-1B8C534E8305}" srcOrd="2" destOrd="0" presId="urn:microsoft.com/office/officeart/2005/8/layout/vList5"/>
    <dgm:cxn modelId="{EF24FFF4-E177-4D7F-B7D6-15C62C7F15D1}" type="presParOf" srcId="{6A1A9768-43BE-4048-9E17-1B8C534E8305}" destId="{F2A45ED1-6567-4A3B-A1EC-4F181BE8F61D}" srcOrd="0" destOrd="0" presId="urn:microsoft.com/office/officeart/2005/8/layout/vList5"/>
    <dgm:cxn modelId="{ECB59B99-88D1-4E0A-B207-EA731DB30E15}" type="presParOf" srcId="{A8DFCBBD-5CDC-491F-8010-65D5006FB55F}" destId="{30354E95-D165-4CC2-AEA4-7629AC919613}" srcOrd="3" destOrd="0" presId="urn:microsoft.com/office/officeart/2005/8/layout/vList5"/>
    <dgm:cxn modelId="{D2730042-C3DC-4F3C-B44D-23C2B8E494D1}" type="presParOf" srcId="{A8DFCBBD-5CDC-491F-8010-65D5006FB55F}" destId="{982587CA-05AE-4515-98B0-DFC9A3B04021}" srcOrd="4" destOrd="0" presId="urn:microsoft.com/office/officeart/2005/8/layout/vList5"/>
    <dgm:cxn modelId="{ECE28122-7115-4F6E-8ED4-EA1BD2D5B3B2}" type="presParOf" srcId="{982587CA-05AE-4515-98B0-DFC9A3B04021}" destId="{A91A1FA1-1D56-4E7B-9161-5DA62BA65F74}" srcOrd="0" destOrd="0" presId="urn:microsoft.com/office/officeart/2005/8/layout/vList5"/>
    <dgm:cxn modelId="{40B45330-3C31-441E-AD1A-C4F3E40B0FAF}" type="presParOf" srcId="{A8DFCBBD-5CDC-491F-8010-65D5006FB55F}" destId="{5052FEC7-E8F7-4D46-99DD-846E68A415F6}" srcOrd="5" destOrd="0" presId="urn:microsoft.com/office/officeart/2005/8/layout/vList5"/>
    <dgm:cxn modelId="{693F7D91-000E-4081-B33E-997B4AD69C7E}" type="presParOf" srcId="{A8DFCBBD-5CDC-491F-8010-65D5006FB55F}" destId="{52622377-6FAC-4E18-8886-72967F24B1E8}" srcOrd="6" destOrd="0" presId="urn:microsoft.com/office/officeart/2005/8/layout/vList5"/>
    <dgm:cxn modelId="{1A441A10-3699-4208-B1FD-83390E28B0D5}" type="presParOf" srcId="{52622377-6FAC-4E18-8886-72967F24B1E8}" destId="{2BB11B9E-441C-4077-9F7F-B76251E9E92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3A23E20-49E4-4B15-B974-3BC35C609239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5296EA-1759-47C5-9C5A-98F693E8284B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Data Split</a:t>
          </a:r>
        </a:p>
        <a:p>
          <a:endParaRPr lang="en-US" dirty="0"/>
        </a:p>
        <a:p>
          <a:endParaRPr lang="en-US" dirty="0"/>
        </a:p>
        <a:p>
          <a:endParaRPr lang="en-US" dirty="0"/>
        </a:p>
        <a:p>
          <a:endParaRPr lang="en-US" dirty="0"/>
        </a:p>
        <a:p>
          <a:r>
            <a:rPr lang="en-US" dirty="0"/>
            <a:t>80% train data,20% test data</a:t>
          </a:r>
        </a:p>
      </dgm:t>
    </dgm:pt>
    <dgm:pt modelId="{07461C9C-CDD9-4DDC-87D6-F222F40EE0D7}" type="parTrans" cxnId="{C0D25426-A327-4DBF-ABDA-016A48DAF5D2}">
      <dgm:prSet/>
      <dgm:spPr/>
      <dgm:t>
        <a:bodyPr/>
        <a:lstStyle/>
        <a:p>
          <a:endParaRPr lang="en-US"/>
        </a:p>
      </dgm:t>
    </dgm:pt>
    <dgm:pt modelId="{C27E62E3-D2CA-4F1B-B078-A2FEB4462B6C}" type="sibTrans" cxnId="{C0D25426-A327-4DBF-ABDA-016A48DAF5D2}">
      <dgm:prSet/>
      <dgm:spPr/>
      <dgm:t>
        <a:bodyPr/>
        <a:lstStyle/>
        <a:p>
          <a:endParaRPr lang="en-US"/>
        </a:p>
      </dgm:t>
    </dgm:pt>
    <dgm:pt modelId="{81842278-9EB1-4B8E-8C4D-8874B3FADFEA}">
      <dgm:prSet/>
      <dgm:spPr>
        <a:solidFill>
          <a:schemeClr val="tx2">
            <a:lumMod val="25000"/>
          </a:schemeClr>
        </a:solidFill>
      </dgm:spPr>
      <dgm:t>
        <a:bodyPr/>
        <a:lstStyle/>
        <a:p>
          <a:r>
            <a:rPr lang="en-US" dirty="0"/>
            <a:t>Sampling</a:t>
          </a:r>
        </a:p>
        <a:p>
          <a:endParaRPr lang="en-US" dirty="0"/>
        </a:p>
        <a:p>
          <a:endParaRPr lang="en-US" dirty="0"/>
        </a:p>
        <a:p>
          <a:endParaRPr lang="en-US" dirty="0"/>
        </a:p>
        <a:p>
          <a:r>
            <a:rPr lang="en-US" dirty="0"/>
            <a:t>Hybrid </a:t>
          </a:r>
          <a:r>
            <a:rPr lang="en-US" dirty="0" err="1"/>
            <a:t>SMOTETomek</a:t>
          </a:r>
          <a:r>
            <a:rPr lang="en-US" dirty="0"/>
            <a:t> for class balance</a:t>
          </a:r>
        </a:p>
      </dgm:t>
    </dgm:pt>
    <dgm:pt modelId="{07D182CD-398E-4DB6-AA15-8B3A5B90C9C6}" type="parTrans" cxnId="{BC6B85D6-F4B4-4590-878E-797A5C848762}">
      <dgm:prSet/>
      <dgm:spPr/>
      <dgm:t>
        <a:bodyPr/>
        <a:lstStyle/>
        <a:p>
          <a:endParaRPr lang="en-US"/>
        </a:p>
      </dgm:t>
    </dgm:pt>
    <dgm:pt modelId="{7BA1BD9A-1434-4F0E-A7E9-7823D2A678E7}" type="sibTrans" cxnId="{BC6B85D6-F4B4-4590-878E-797A5C848762}">
      <dgm:prSet/>
      <dgm:spPr/>
      <dgm:t>
        <a:bodyPr/>
        <a:lstStyle/>
        <a:p>
          <a:endParaRPr lang="en-US"/>
        </a:p>
      </dgm:t>
    </dgm:pt>
    <dgm:pt modelId="{70BB25C2-5A2E-4E2F-9C8B-8021FC47A6D4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sz="2000" dirty="0"/>
            <a:t>Scaling</a:t>
          </a:r>
        </a:p>
        <a:p>
          <a:endParaRPr lang="en-US" sz="1800" dirty="0"/>
        </a:p>
        <a:p>
          <a:endParaRPr lang="en-US" sz="1800" dirty="0"/>
        </a:p>
        <a:p>
          <a:endParaRPr lang="en-US" sz="1800" dirty="0"/>
        </a:p>
        <a:p>
          <a:endParaRPr lang="en-US" sz="1800" dirty="0"/>
        </a:p>
        <a:p>
          <a:r>
            <a:rPr lang="en-US" sz="1800" dirty="0" err="1"/>
            <a:t>StandardScaler</a:t>
          </a:r>
          <a:r>
            <a:rPr lang="en-US" sz="1800" dirty="0"/>
            <a:t> for normalization </a:t>
          </a:r>
        </a:p>
      </dgm:t>
    </dgm:pt>
    <dgm:pt modelId="{1F3C2431-E834-41F8-85F3-AEE9C81B6CAB}" type="parTrans" cxnId="{480D9D1A-B2EE-4ACB-8A81-0891115A59FB}">
      <dgm:prSet/>
      <dgm:spPr/>
      <dgm:t>
        <a:bodyPr/>
        <a:lstStyle/>
        <a:p>
          <a:endParaRPr lang="en-US"/>
        </a:p>
      </dgm:t>
    </dgm:pt>
    <dgm:pt modelId="{D6D51156-4CE7-45F0-AC90-DEE4FD7AE8DE}" type="sibTrans" cxnId="{480D9D1A-B2EE-4ACB-8A81-0891115A59FB}">
      <dgm:prSet/>
      <dgm:spPr/>
      <dgm:t>
        <a:bodyPr/>
        <a:lstStyle/>
        <a:p>
          <a:endParaRPr lang="en-US"/>
        </a:p>
      </dgm:t>
    </dgm:pt>
    <dgm:pt modelId="{2983D191-D739-46A9-AA68-61DD18D1AF93}">
      <dgm:prSet custT="1"/>
      <dgm:spPr>
        <a:solidFill>
          <a:srgbClr val="0070C0"/>
        </a:solidFill>
      </dgm:spPr>
      <dgm:t>
        <a:bodyPr/>
        <a:lstStyle/>
        <a:p>
          <a:r>
            <a:rPr lang="en-US" sz="2000" dirty="0"/>
            <a:t>Training</a:t>
          </a:r>
        </a:p>
        <a:p>
          <a:endParaRPr lang="en-US" sz="2000" dirty="0"/>
        </a:p>
        <a:p>
          <a:endParaRPr lang="en-US" sz="2000" dirty="0"/>
        </a:p>
        <a:p>
          <a:r>
            <a:rPr lang="en-US" sz="2000" dirty="0"/>
            <a:t>RF,DT,</a:t>
          </a:r>
        </a:p>
        <a:p>
          <a:r>
            <a:rPr lang="en-US" sz="2000" dirty="0"/>
            <a:t>Bagging,</a:t>
          </a:r>
        </a:p>
        <a:p>
          <a:r>
            <a:rPr lang="en-US" sz="2000" dirty="0"/>
            <a:t>Gradient Boosting </a:t>
          </a:r>
        </a:p>
      </dgm:t>
    </dgm:pt>
    <dgm:pt modelId="{0307E694-B239-4F07-ADC8-61F07E8734BA}" type="parTrans" cxnId="{E4F88684-3AC4-4C95-BA9F-5DF3B3E6F42D}">
      <dgm:prSet/>
      <dgm:spPr/>
      <dgm:t>
        <a:bodyPr/>
        <a:lstStyle/>
        <a:p>
          <a:endParaRPr lang="en-US"/>
        </a:p>
      </dgm:t>
    </dgm:pt>
    <dgm:pt modelId="{B26D40FA-C791-4614-977D-27301292F802}" type="sibTrans" cxnId="{E4F88684-3AC4-4C95-BA9F-5DF3B3E6F42D}">
      <dgm:prSet/>
      <dgm:spPr/>
      <dgm:t>
        <a:bodyPr/>
        <a:lstStyle/>
        <a:p>
          <a:endParaRPr lang="en-US"/>
        </a:p>
      </dgm:t>
    </dgm:pt>
    <dgm:pt modelId="{FCE0F7F0-99F5-4D66-9AEA-C6FBF27863D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Evaluation</a:t>
          </a:r>
        </a:p>
        <a:p>
          <a:endParaRPr lang="en-US" dirty="0"/>
        </a:p>
        <a:p>
          <a:endParaRPr lang="en-US" dirty="0"/>
        </a:p>
        <a:p>
          <a:r>
            <a:rPr lang="en-US" dirty="0"/>
            <a:t>Accuracy, Roc, Confusion matrix</a:t>
          </a:r>
        </a:p>
      </dgm:t>
    </dgm:pt>
    <dgm:pt modelId="{F6219080-8EA5-4D23-9AA2-D7E6FAE594A2}" type="parTrans" cxnId="{91FED926-9AE4-4FF0-BB38-CC95AF9156BA}">
      <dgm:prSet/>
      <dgm:spPr/>
      <dgm:t>
        <a:bodyPr/>
        <a:lstStyle/>
        <a:p>
          <a:endParaRPr lang="en-US"/>
        </a:p>
      </dgm:t>
    </dgm:pt>
    <dgm:pt modelId="{B5B88334-E131-467B-A9F2-92B56F2B0431}" type="sibTrans" cxnId="{91FED926-9AE4-4FF0-BB38-CC95AF9156BA}">
      <dgm:prSet/>
      <dgm:spPr/>
      <dgm:t>
        <a:bodyPr/>
        <a:lstStyle/>
        <a:p>
          <a:endParaRPr lang="en-US"/>
        </a:p>
      </dgm:t>
    </dgm:pt>
    <dgm:pt modelId="{39D7EEEC-C8C8-4445-90A0-BA5685F87C23}" type="pres">
      <dgm:prSet presAssocID="{D3A23E20-49E4-4B15-B974-3BC35C60923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84E817-1014-45BC-9C9F-9700FEF9237F}" type="pres">
      <dgm:prSet presAssocID="{335296EA-1759-47C5-9C5A-98F693E8284B}" presName="vertOne" presStyleCnt="0"/>
      <dgm:spPr/>
    </dgm:pt>
    <dgm:pt modelId="{63B26478-C287-4710-A5D5-F18295C7EA7B}" type="pres">
      <dgm:prSet presAssocID="{335296EA-1759-47C5-9C5A-98F693E8284B}" presName="txOne" presStyleLbl="node0" presStyleIdx="0" presStyleCnt="5">
        <dgm:presLayoutVars>
          <dgm:chPref val="3"/>
        </dgm:presLayoutVars>
      </dgm:prSet>
      <dgm:spPr/>
    </dgm:pt>
    <dgm:pt modelId="{8361EFC6-3F36-494C-AB84-E1400AF670D3}" type="pres">
      <dgm:prSet presAssocID="{335296EA-1759-47C5-9C5A-98F693E8284B}" presName="horzOne" presStyleCnt="0"/>
      <dgm:spPr/>
    </dgm:pt>
    <dgm:pt modelId="{A3A0232C-0CC5-4AD0-97C5-30D7E1F19C12}" type="pres">
      <dgm:prSet presAssocID="{C27E62E3-D2CA-4F1B-B078-A2FEB4462B6C}" presName="sibSpaceOne" presStyleCnt="0"/>
      <dgm:spPr/>
    </dgm:pt>
    <dgm:pt modelId="{EB0457C2-CF36-4609-8ADE-EE58689AD11F}" type="pres">
      <dgm:prSet presAssocID="{81842278-9EB1-4B8E-8C4D-8874B3FADFEA}" presName="vertOne" presStyleCnt="0"/>
      <dgm:spPr/>
    </dgm:pt>
    <dgm:pt modelId="{59162100-B692-4ED2-8B32-DD066AA578D4}" type="pres">
      <dgm:prSet presAssocID="{81842278-9EB1-4B8E-8C4D-8874B3FADFEA}" presName="txOne" presStyleLbl="node0" presStyleIdx="1" presStyleCnt="5">
        <dgm:presLayoutVars>
          <dgm:chPref val="3"/>
        </dgm:presLayoutVars>
      </dgm:prSet>
      <dgm:spPr/>
    </dgm:pt>
    <dgm:pt modelId="{E6036567-1F2E-4AE9-8521-C24C209C1BDE}" type="pres">
      <dgm:prSet presAssocID="{81842278-9EB1-4B8E-8C4D-8874B3FADFEA}" presName="horzOne" presStyleCnt="0"/>
      <dgm:spPr/>
    </dgm:pt>
    <dgm:pt modelId="{C361C91C-14AA-4447-A1C3-ACDCBFD05856}" type="pres">
      <dgm:prSet presAssocID="{7BA1BD9A-1434-4F0E-A7E9-7823D2A678E7}" presName="sibSpaceOne" presStyleCnt="0"/>
      <dgm:spPr/>
    </dgm:pt>
    <dgm:pt modelId="{868FD543-11B8-4EC4-B191-04D4FFA19475}" type="pres">
      <dgm:prSet presAssocID="{70BB25C2-5A2E-4E2F-9C8B-8021FC47A6D4}" presName="vertOne" presStyleCnt="0"/>
      <dgm:spPr/>
    </dgm:pt>
    <dgm:pt modelId="{29878323-F403-42A0-B6C9-849FCE65E8CF}" type="pres">
      <dgm:prSet presAssocID="{70BB25C2-5A2E-4E2F-9C8B-8021FC47A6D4}" presName="txOne" presStyleLbl="node0" presStyleIdx="2" presStyleCnt="5">
        <dgm:presLayoutVars>
          <dgm:chPref val="3"/>
        </dgm:presLayoutVars>
      </dgm:prSet>
      <dgm:spPr/>
    </dgm:pt>
    <dgm:pt modelId="{58CD3F52-7D37-414B-8B14-6D5387256048}" type="pres">
      <dgm:prSet presAssocID="{70BB25C2-5A2E-4E2F-9C8B-8021FC47A6D4}" presName="horzOne" presStyleCnt="0"/>
      <dgm:spPr/>
    </dgm:pt>
    <dgm:pt modelId="{E8DFB228-751B-4278-82C1-D983FD339DAF}" type="pres">
      <dgm:prSet presAssocID="{D6D51156-4CE7-45F0-AC90-DEE4FD7AE8DE}" presName="sibSpaceOne" presStyleCnt="0"/>
      <dgm:spPr/>
    </dgm:pt>
    <dgm:pt modelId="{6D1E5871-0093-4A8C-9D77-D717513A569F}" type="pres">
      <dgm:prSet presAssocID="{2983D191-D739-46A9-AA68-61DD18D1AF93}" presName="vertOne" presStyleCnt="0"/>
      <dgm:spPr/>
    </dgm:pt>
    <dgm:pt modelId="{82BA66E3-1D88-4C6D-BAB4-0F7542B80E26}" type="pres">
      <dgm:prSet presAssocID="{2983D191-D739-46A9-AA68-61DD18D1AF93}" presName="txOne" presStyleLbl="node0" presStyleIdx="3" presStyleCnt="5" custLinFactNeighborX="-1097">
        <dgm:presLayoutVars>
          <dgm:chPref val="3"/>
        </dgm:presLayoutVars>
      </dgm:prSet>
      <dgm:spPr/>
    </dgm:pt>
    <dgm:pt modelId="{EF0CDD43-9D9D-4672-A24F-605B9C74D76D}" type="pres">
      <dgm:prSet presAssocID="{2983D191-D739-46A9-AA68-61DD18D1AF93}" presName="horzOne" presStyleCnt="0"/>
      <dgm:spPr/>
    </dgm:pt>
    <dgm:pt modelId="{D209F948-7275-4A26-ADDB-653B0A3E5BDE}" type="pres">
      <dgm:prSet presAssocID="{B26D40FA-C791-4614-977D-27301292F802}" presName="sibSpaceOne" presStyleCnt="0"/>
      <dgm:spPr/>
    </dgm:pt>
    <dgm:pt modelId="{E4FD334F-F898-49E6-89A7-99D48EB9BE7F}" type="pres">
      <dgm:prSet presAssocID="{FCE0F7F0-99F5-4D66-9AEA-C6FBF27863DF}" presName="vertOne" presStyleCnt="0"/>
      <dgm:spPr/>
    </dgm:pt>
    <dgm:pt modelId="{57C17605-4866-43F1-8EF8-580A213444FE}" type="pres">
      <dgm:prSet presAssocID="{FCE0F7F0-99F5-4D66-9AEA-C6FBF27863DF}" presName="txOne" presStyleLbl="node0" presStyleIdx="4" presStyleCnt="5">
        <dgm:presLayoutVars>
          <dgm:chPref val="3"/>
        </dgm:presLayoutVars>
      </dgm:prSet>
      <dgm:spPr/>
    </dgm:pt>
    <dgm:pt modelId="{AE9D98D0-4936-4D67-A8B8-0E7F727094CC}" type="pres">
      <dgm:prSet presAssocID="{FCE0F7F0-99F5-4D66-9AEA-C6FBF27863DF}" presName="horzOne" presStyleCnt="0"/>
      <dgm:spPr/>
    </dgm:pt>
  </dgm:ptLst>
  <dgm:cxnLst>
    <dgm:cxn modelId="{6A905C04-957C-43A0-8526-61A8CAFCAB52}" type="presOf" srcId="{2983D191-D739-46A9-AA68-61DD18D1AF93}" destId="{82BA66E3-1D88-4C6D-BAB4-0F7542B80E26}" srcOrd="0" destOrd="0" presId="urn:microsoft.com/office/officeart/2005/8/layout/hierarchy4"/>
    <dgm:cxn modelId="{480D9D1A-B2EE-4ACB-8A81-0891115A59FB}" srcId="{D3A23E20-49E4-4B15-B974-3BC35C609239}" destId="{70BB25C2-5A2E-4E2F-9C8B-8021FC47A6D4}" srcOrd="2" destOrd="0" parTransId="{1F3C2431-E834-41F8-85F3-AEE9C81B6CAB}" sibTransId="{D6D51156-4CE7-45F0-AC90-DEE4FD7AE8DE}"/>
    <dgm:cxn modelId="{C0D25426-A327-4DBF-ABDA-016A48DAF5D2}" srcId="{D3A23E20-49E4-4B15-B974-3BC35C609239}" destId="{335296EA-1759-47C5-9C5A-98F693E8284B}" srcOrd="0" destOrd="0" parTransId="{07461C9C-CDD9-4DDC-87D6-F222F40EE0D7}" sibTransId="{C27E62E3-D2CA-4F1B-B078-A2FEB4462B6C}"/>
    <dgm:cxn modelId="{91FED926-9AE4-4FF0-BB38-CC95AF9156BA}" srcId="{D3A23E20-49E4-4B15-B974-3BC35C609239}" destId="{FCE0F7F0-99F5-4D66-9AEA-C6FBF27863DF}" srcOrd="4" destOrd="0" parTransId="{F6219080-8EA5-4D23-9AA2-D7E6FAE594A2}" sibTransId="{B5B88334-E131-467B-A9F2-92B56F2B0431}"/>
    <dgm:cxn modelId="{849EFB45-994A-4301-90BA-C3B5ED6A44FA}" type="presOf" srcId="{81842278-9EB1-4B8E-8C4D-8874B3FADFEA}" destId="{59162100-B692-4ED2-8B32-DD066AA578D4}" srcOrd="0" destOrd="0" presId="urn:microsoft.com/office/officeart/2005/8/layout/hierarchy4"/>
    <dgm:cxn modelId="{E4F88684-3AC4-4C95-BA9F-5DF3B3E6F42D}" srcId="{D3A23E20-49E4-4B15-B974-3BC35C609239}" destId="{2983D191-D739-46A9-AA68-61DD18D1AF93}" srcOrd="3" destOrd="0" parTransId="{0307E694-B239-4F07-ADC8-61F07E8734BA}" sibTransId="{B26D40FA-C791-4614-977D-27301292F802}"/>
    <dgm:cxn modelId="{C891AB9C-0186-4E01-9A72-CD2D2C450E60}" type="presOf" srcId="{FCE0F7F0-99F5-4D66-9AEA-C6FBF27863DF}" destId="{57C17605-4866-43F1-8EF8-580A213444FE}" srcOrd="0" destOrd="0" presId="urn:microsoft.com/office/officeart/2005/8/layout/hierarchy4"/>
    <dgm:cxn modelId="{4336C99E-9015-4C90-995A-54BFDDDF3BEC}" type="presOf" srcId="{335296EA-1759-47C5-9C5A-98F693E8284B}" destId="{63B26478-C287-4710-A5D5-F18295C7EA7B}" srcOrd="0" destOrd="0" presId="urn:microsoft.com/office/officeart/2005/8/layout/hierarchy4"/>
    <dgm:cxn modelId="{BC6B85D6-F4B4-4590-878E-797A5C848762}" srcId="{D3A23E20-49E4-4B15-B974-3BC35C609239}" destId="{81842278-9EB1-4B8E-8C4D-8874B3FADFEA}" srcOrd="1" destOrd="0" parTransId="{07D182CD-398E-4DB6-AA15-8B3A5B90C9C6}" sibTransId="{7BA1BD9A-1434-4F0E-A7E9-7823D2A678E7}"/>
    <dgm:cxn modelId="{35BD10E8-15B1-433F-A18D-59A75E1F5C6F}" type="presOf" srcId="{70BB25C2-5A2E-4E2F-9C8B-8021FC47A6D4}" destId="{29878323-F403-42A0-B6C9-849FCE65E8CF}" srcOrd="0" destOrd="0" presId="urn:microsoft.com/office/officeart/2005/8/layout/hierarchy4"/>
    <dgm:cxn modelId="{F83BA3F8-ADA0-4DF3-8172-A613FF5721F5}" type="presOf" srcId="{D3A23E20-49E4-4B15-B974-3BC35C609239}" destId="{39D7EEEC-C8C8-4445-90A0-BA5685F87C23}" srcOrd="0" destOrd="0" presId="urn:microsoft.com/office/officeart/2005/8/layout/hierarchy4"/>
    <dgm:cxn modelId="{95E3F495-A1D9-4BBF-9556-52A304137A3B}" type="presParOf" srcId="{39D7EEEC-C8C8-4445-90A0-BA5685F87C23}" destId="{9084E817-1014-45BC-9C9F-9700FEF9237F}" srcOrd="0" destOrd="0" presId="urn:microsoft.com/office/officeart/2005/8/layout/hierarchy4"/>
    <dgm:cxn modelId="{AE4C8A86-0ABD-40B9-B8E6-6B265FD9259F}" type="presParOf" srcId="{9084E817-1014-45BC-9C9F-9700FEF9237F}" destId="{63B26478-C287-4710-A5D5-F18295C7EA7B}" srcOrd="0" destOrd="0" presId="urn:microsoft.com/office/officeart/2005/8/layout/hierarchy4"/>
    <dgm:cxn modelId="{1C84A212-1054-49BD-88CF-DBE084E1511E}" type="presParOf" srcId="{9084E817-1014-45BC-9C9F-9700FEF9237F}" destId="{8361EFC6-3F36-494C-AB84-E1400AF670D3}" srcOrd="1" destOrd="0" presId="urn:microsoft.com/office/officeart/2005/8/layout/hierarchy4"/>
    <dgm:cxn modelId="{E5DC1000-759C-4482-BBCF-8C46FED6B958}" type="presParOf" srcId="{39D7EEEC-C8C8-4445-90A0-BA5685F87C23}" destId="{A3A0232C-0CC5-4AD0-97C5-30D7E1F19C12}" srcOrd="1" destOrd="0" presId="urn:microsoft.com/office/officeart/2005/8/layout/hierarchy4"/>
    <dgm:cxn modelId="{D74F04D1-1040-4A62-9A75-44D20F183F0F}" type="presParOf" srcId="{39D7EEEC-C8C8-4445-90A0-BA5685F87C23}" destId="{EB0457C2-CF36-4609-8ADE-EE58689AD11F}" srcOrd="2" destOrd="0" presId="urn:microsoft.com/office/officeart/2005/8/layout/hierarchy4"/>
    <dgm:cxn modelId="{BCD252B9-7C42-4E55-9270-BE980685B37F}" type="presParOf" srcId="{EB0457C2-CF36-4609-8ADE-EE58689AD11F}" destId="{59162100-B692-4ED2-8B32-DD066AA578D4}" srcOrd="0" destOrd="0" presId="urn:microsoft.com/office/officeart/2005/8/layout/hierarchy4"/>
    <dgm:cxn modelId="{B67BA6D0-5034-4DCE-8472-D6DD543EC9C0}" type="presParOf" srcId="{EB0457C2-CF36-4609-8ADE-EE58689AD11F}" destId="{E6036567-1F2E-4AE9-8521-C24C209C1BDE}" srcOrd="1" destOrd="0" presId="urn:microsoft.com/office/officeart/2005/8/layout/hierarchy4"/>
    <dgm:cxn modelId="{39C191A2-B456-4E23-A944-B294E6F8F40C}" type="presParOf" srcId="{39D7EEEC-C8C8-4445-90A0-BA5685F87C23}" destId="{C361C91C-14AA-4447-A1C3-ACDCBFD05856}" srcOrd="3" destOrd="0" presId="urn:microsoft.com/office/officeart/2005/8/layout/hierarchy4"/>
    <dgm:cxn modelId="{23B3BE7E-7FFC-4FF8-B27F-40D96B0BC174}" type="presParOf" srcId="{39D7EEEC-C8C8-4445-90A0-BA5685F87C23}" destId="{868FD543-11B8-4EC4-B191-04D4FFA19475}" srcOrd="4" destOrd="0" presId="urn:microsoft.com/office/officeart/2005/8/layout/hierarchy4"/>
    <dgm:cxn modelId="{CF101538-79D3-483A-8A6E-8536F688C7C6}" type="presParOf" srcId="{868FD543-11B8-4EC4-B191-04D4FFA19475}" destId="{29878323-F403-42A0-B6C9-849FCE65E8CF}" srcOrd="0" destOrd="0" presId="urn:microsoft.com/office/officeart/2005/8/layout/hierarchy4"/>
    <dgm:cxn modelId="{105DFD49-4F06-4922-8C8E-DC702E0C4F14}" type="presParOf" srcId="{868FD543-11B8-4EC4-B191-04D4FFA19475}" destId="{58CD3F52-7D37-414B-8B14-6D5387256048}" srcOrd="1" destOrd="0" presId="urn:microsoft.com/office/officeart/2005/8/layout/hierarchy4"/>
    <dgm:cxn modelId="{EAFD6728-F720-4709-8BE8-E9CDAD362EEF}" type="presParOf" srcId="{39D7EEEC-C8C8-4445-90A0-BA5685F87C23}" destId="{E8DFB228-751B-4278-82C1-D983FD339DAF}" srcOrd="5" destOrd="0" presId="urn:microsoft.com/office/officeart/2005/8/layout/hierarchy4"/>
    <dgm:cxn modelId="{6408B944-AC38-46B0-83B4-D0172A592F48}" type="presParOf" srcId="{39D7EEEC-C8C8-4445-90A0-BA5685F87C23}" destId="{6D1E5871-0093-4A8C-9D77-D717513A569F}" srcOrd="6" destOrd="0" presId="urn:microsoft.com/office/officeart/2005/8/layout/hierarchy4"/>
    <dgm:cxn modelId="{C36306D8-27BD-4C07-BDF0-954AE0EBDA63}" type="presParOf" srcId="{6D1E5871-0093-4A8C-9D77-D717513A569F}" destId="{82BA66E3-1D88-4C6D-BAB4-0F7542B80E26}" srcOrd="0" destOrd="0" presId="urn:microsoft.com/office/officeart/2005/8/layout/hierarchy4"/>
    <dgm:cxn modelId="{CF6F8974-EBF4-44C2-9480-02BCA7C451A6}" type="presParOf" srcId="{6D1E5871-0093-4A8C-9D77-D717513A569F}" destId="{EF0CDD43-9D9D-4672-A24F-605B9C74D76D}" srcOrd="1" destOrd="0" presId="urn:microsoft.com/office/officeart/2005/8/layout/hierarchy4"/>
    <dgm:cxn modelId="{74658E1C-21BD-4C8E-80E1-C97044E11B0F}" type="presParOf" srcId="{39D7EEEC-C8C8-4445-90A0-BA5685F87C23}" destId="{D209F948-7275-4A26-ADDB-653B0A3E5BDE}" srcOrd="7" destOrd="0" presId="urn:microsoft.com/office/officeart/2005/8/layout/hierarchy4"/>
    <dgm:cxn modelId="{F40B5855-000C-4663-857B-A14918D8C420}" type="presParOf" srcId="{39D7EEEC-C8C8-4445-90A0-BA5685F87C23}" destId="{E4FD334F-F898-49E6-89A7-99D48EB9BE7F}" srcOrd="8" destOrd="0" presId="urn:microsoft.com/office/officeart/2005/8/layout/hierarchy4"/>
    <dgm:cxn modelId="{E64A6BB7-96EC-4622-8EC1-12288AB64B69}" type="presParOf" srcId="{E4FD334F-F898-49E6-89A7-99D48EB9BE7F}" destId="{57C17605-4866-43F1-8EF8-580A213444FE}" srcOrd="0" destOrd="0" presId="urn:microsoft.com/office/officeart/2005/8/layout/hierarchy4"/>
    <dgm:cxn modelId="{AF7C8A2B-B514-4A9C-9140-BC02EB4F13C1}" type="presParOf" srcId="{E4FD334F-F898-49E6-89A7-99D48EB9BE7F}" destId="{AE9D98D0-4936-4D67-A8B8-0E7F727094C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5A1A351-C358-4CFD-BD99-87C31AFF3A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A99DE5-978A-49FB-9FBF-6E086A6A5D21}">
      <dgm:prSet/>
      <dgm:spPr>
        <a:solidFill>
          <a:schemeClr val="bg2"/>
        </a:solidFill>
      </dgm:spPr>
      <dgm:t>
        <a:bodyPr/>
        <a:lstStyle/>
        <a:p>
          <a:r>
            <a:rPr lang="en-US" b="0" i="0" baseline="0" dirty="0"/>
            <a:t>Built a machine learning system to predict loan eligibility.</a:t>
          </a:r>
          <a:endParaRPr lang="en-US" dirty="0"/>
        </a:p>
      </dgm:t>
    </dgm:pt>
    <dgm:pt modelId="{DFA45EFA-D260-42A7-8DB0-C6DBB9C5E744}" type="parTrans" cxnId="{2C34CC02-EC9D-4D11-A07C-434C15C9934F}">
      <dgm:prSet/>
      <dgm:spPr/>
      <dgm:t>
        <a:bodyPr/>
        <a:lstStyle/>
        <a:p>
          <a:endParaRPr lang="en-US"/>
        </a:p>
      </dgm:t>
    </dgm:pt>
    <dgm:pt modelId="{1F84FBB8-CC34-4154-938D-A9132C2030B4}" type="sibTrans" cxnId="{2C34CC02-EC9D-4D11-A07C-434C15C9934F}">
      <dgm:prSet/>
      <dgm:spPr/>
      <dgm:t>
        <a:bodyPr/>
        <a:lstStyle/>
        <a:p>
          <a:endParaRPr lang="en-US"/>
        </a:p>
      </dgm:t>
    </dgm:pt>
    <dgm:pt modelId="{7719BB36-659A-4891-82A0-876E8EC653DA}">
      <dgm:prSet/>
      <dgm:spPr>
        <a:solidFill>
          <a:schemeClr val="bg2"/>
        </a:solidFill>
      </dgm:spPr>
      <dgm:t>
        <a:bodyPr/>
        <a:lstStyle/>
        <a:p>
          <a:r>
            <a:rPr lang="en-US" b="0" i="0" baseline="0" dirty="0"/>
            <a:t>Random Forest gave the best results (high accuracy, stable CV, strong ROC-AUC).</a:t>
          </a:r>
          <a:endParaRPr lang="en-US" dirty="0"/>
        </a:p>
      </dgm:t>
    </dgm:pt>
    <dgm:pt modelId="{A7F10C06-E2CF-41A6-9B45-D4513B9FBFE6}" type="parTrans" cxnId="{6B1B67F5-838A-428F-A590-F801E8D33707}">
      <dgm:prSet/>
      <dgm:spPr/>
      <dgm:t>
        <a:bodyPr/>
        <a:lstStyle/>
        <a:p>
          <a:endParaRPr lang="en-US"/>
        </a:p>
      </dgm:t>
    </dgm:pt>
    <dgm:pt modelId="{6A42B683-5C8B-472C-98F3-0D0BAE181D9C}" type="sibTrans" cxnId="{6B1B67F5-838A-428F-A590-F801E8D33707}">
      <dgm:prSet/>
      <dgm:spPr/>
      <dgm:t>
        <a:bodyPr/>
        <a:lstStyle/>
        <a:p>
          <a:endParaRPr lang="en-US"/>
        </a:p>
      </dgm:t>
    </dgm:pt>
    <dgm:pt modelId="{B0047F09-86B7-447A-B0FF-F962EE36B19B}">
      <dgm:prSet/>
      <dgm:spPr>
        <a:solidFill>
          <a:schemeClr val="bg2"/>
        </a:solidFill>
      </dgm:spPr>
      <dgm:t>
        <a:bodyPr/>
        <a:lstStyle/>
        <a:p>
          <a:r>
            <a:rPr lang="en-US" b="0" i="0" baseline="0"/>
            <a:t>Helps banks save time, reduce errors, and make fair decisions.</a:t>
          </a:r>
          <a:endParaRPr lang="en-US"/>
        </a:p>
      </dgm:t>
    </dgm:pt>
    <dgm:pt modelId="{DF8A33E6-615C-4610-956E-94911C4BE889}" type="parTrans" cxnId="{843E03BE-24BE-4162-AE01-EEF280898DB2}">
      <dgm:prSet/>
      <dgm:spPr/>
      <dgm:t>
        <a:bodyPr/>
        <a:lstStyle/>
        <a:p>
          <a:endParaRPr lang="en-US"/>
        </a:p>
      </dgm:t>
    </dgm:pt>
    <dgm:pt modelId="{9312780C-28BA-4E05-A396-578AE39E18C4}" type="sibTrans" cxnId="{843E03BE-24BE-4162-AE01-EEF280898DB2}">
      <dgm:prSet/>
      <dgm:spPr/>
      <dgm:t>
        <a:bodyPr/>
        <a:lstStyle/>
        <a:p>
          <a:endParaRPr lang="en-US"/>
        </a:p>
      </dgm:t>
    </dgm:pt>
    <dgm:pt modelId="{3B66BE4F-FE49-476C-8EFA-85B8B69D0B54}">
      <dgm:prSet/>
      <dgm:spPr>
        <a:solidFill>
          <a:schemeClr val="bg2"/>
        </a:solidFill>
      </dgm:spPr>
      <dgm:t>
        <a:bodyPr/>
        <a:lstStyle/>
        <a:p>
          <a:r>
            <a:rPr lang="en-US" b="0" i="0" baseline="0"/>
            <a:t>Web app allows real-time predictions.</a:t>
          </a:r>
          <a:endParaRPr lang="en-US"/>
        </a:p>
      </dgm:t>
    </dgm:pt>
    <dgm:pt modelId="{0632B126-3A4F-4DF5-930E-DA888CAB2DE0}" type="parTrans" cxnId="{9DE17E3B-8CE1-4EC8-BE8C-5C5681135F97}">
      <dgm:prSet/>
      <dgm:spPr/>
      <dgm:t>
        <a:bodyPr/>
        <a:lstStyle/>
        <a:p>
          <a:endParaRPr lang="en-US"/>
        </a:p>
      </dgm:t>
    </dgm:pt>
    <dgm:pt modelId="{D716FAB6-93C5-423A-9268-E930835A667B}" type="sibTrans" cxnId="{9DE17E3B-8CE1-4EC8-BE8C-5C5681135F97}">
      <dgm:prSet/>
      <dgm:spPr/>
      <dgm:t>
        <a:bodyPr/>
        <a:lstStyle/>
        <a:p>
          <a:endParaRPr lang="en-US"/>
        </a:p>
      </dgm:t>
    </dgm:pt>
    <dgm:pt modelId="{BB7A3AF4-0624-4BDD-AE9A-F31FE96937F4}" type="pres">
      <dgm:prSet presAssocID="{55A1A351-C358-4CFD-BD99-87C31AFF3A0D}" presName="linear" presStyleCnt="0">
        <dgm:presLayoutVars>
          <dgm:animLvl val="lvl"/>
          <dgm:resizeHandles val="exact"/>
        </dgm:presLayoutVars>
      </dgm:prSet>
      <dgm:spPr/>
    </dgm:pt>
    <dgm:pt modelId="{841D0CF0-FECB-4A0B-BAA4-D981EECD9DE9}" type="pres">
      <dgm:prSet presAssocID="{F4A99DE5-978A-49FB-9FBF-6E086A6A5D21}" presName="parentText" presStyleLbl="node1" presStyleIdx="0" presStyleCnt="4" custLinFactY="-370951" custLinFactNeighborX="-1622" custLinFactNeighborY="-400000">
        <dgm:presLayoutVars>
          <dgm:chMax val="0"/>
          <dgm:bulletEnabled val="1"/>
        </dgm:presLayoutVars>
      </dgm:prSet>
      <dgm:spPr/>
    </dgm:pt>
    <dgm:pt modelId="{1F365ED3-3D7B-4FEE-81B8-7703A8163E6B}" type="pres">
      <dgm:prSet presAssocID="{1F84FBB8-CC34-4154-938D-A9132C2030B4}" presName="spacer" presStyleCnt="0"/>
      <dgm:spPr/>
    </dgm:pt>
    <dgm:pt modelId="{3F3F21E0-615D-4392-971E-709432CD42C3}" type="pres">
      <dgm:prSet presAssocID="{7719BB36-659A-4891-82A0-876E8EC653DA}" presName="parentText" presStyleLbl="node1" presStyleIdx="1" presStyleCnt="4" custLinFactY="-100000" custLinFactNeighborX="-7" custLinFactNeighborY="-106217">
        <dgm:presLayoutVars>
          <dgm:chMax val="0"/>
          <dgm:bulletEnabled val="1"/>
        </dgm:presLayoutVars>
      </dgm:prSet>
      <dgm:spPr/>
    </dgm:pt>
    <dgm:pt modelId="{105B93D3-F38F-4450-BE54-C5924BD695B2}" type="pres">
      <dgm:prSet presAssocID="{6A42B683-5C8B-472C-98F3-0D0BAE181D9C}" presName="spacer" presStyleCnt="0"/>
      <dgm:spPr/>
    </dgm:pt>
    <dgm:pt modelId="{9A41255F-90C5-4ECF-AD3A-D1BF27F4E4D1}" type="pres">
      <dgm:prSet presAssocID="{B0047F09-86B7-447A-B0FF-F962EE36B19B}" presName="parentText" presStyleLbl="node1" presStyleIdx="2" presStyleCnt="4" custLinFactY="-84334" custLinFactNeighborX="-7" custLinFactNeighborY="-100000">
        <dgm:presLayoutVars>
          <dgm:chMax val="0"/>
          <dgm:bulletEnabled val="1"/>
        </dgm:presLayoutVars>
      </dgm:prSet>
      <dgm:spPr/>
    </dgm:pt>
    <dgm:pt modelId="{47718922-5995-420F-8A6D-76F860B521BC}" type="pres">
      <dgm:prSet presAssocID="{9312780C-28BA-4E05-A396-578AE39E18C4}" presName="spacer" presStyleCnt="0"/>
      <dgm:spPr/>
    </dgm:pt>
    <dgm:pt modelId="{23DF085F-22FC-4D6E-AE1F-7345311C407C}" type="pres">
      <dgm:prSet presAssocID="{3B66BE4F-FE49-476C-8EFA-85B8B69D0B54}" presName="parentText" presStyleLbl="node1" presStyleIdx="3" presStyleCnt="4" custLinFactY="-69628" custLinFactNeighborX="-7" custLinFactNeighborY="-100000">
        <dgm:presLayoutVars>
          <dgm:chMax val="0"/>
          <dgm:bulletEnabled val="1"/>
        </dgm:presLayoutVars>
      </dgm:prSet>
      <dgm:spPr/>
    </dgm:pt>
  </dgm:ptLst>
  <dgm:cxnLst>
    <dgm:cxn modelId="{2C34CC02-EC9D-4D11-A07C-434C15C9934F}" srcId="{55A1A351-C358-4CFD-BD99-87C31AFF3A0D}" destId="{F4A99DE5-978A-49FB-9FBF-6E086A6A5D21}" srcOrd="0" destOrd="0" parTransId="{DFA45EFA-D260-42A7-8DB0-C6DBB9C5E744}" sibTransId="{1F84FBB8-CC34-4154-938D-A9132C2030B4}"/>
    <dgm:cxn modelId="{9DE17E3B-8CE1-4EC8-BE8C-5C5681135F97}" srcId="{55A1A351-C358-4CFD-BD99-87C31AFF3A0D}" destId="{3B66BE4F-FE49-476C-8EFA-85B8B69D0B54}" srcOrd="3" destOrd="0" parTransId="{0632B126-3A4F-4DF5-930E-DA888CAB2DE0}" sibTransId="{D716FAB6-93C5-423A-9268-E930835A667B}"/>
    <dgm:cxn modelId="{2D19C53F-EBA1-49D3-97C3-355445501970}" type="presOf" srcId="{3B66BE4F-FE49-476C-8EFA-85B8B69D0B54}" destId="{23DF085F-22FC-4D6E-AE1F-7345311C407C}" srcOrd="0" destOrd="0" presId="urn:microsoft.com/office/officeart/2005/8/layout/vList2"/>
    <dgm:cxn modelId="{60D68E8C-83EE-4D5A-9160-2DB7950A6114}" type="presOf" srcId="{7719BB36-659A-4891-82A0-876E8EC653DA}" destId="{3F3F21E0-615D-4392-971E-709432CD42C3}" srcOrd="0" destOrd="0" presId="urn:microsoft.com/office/officeart/2005/8/layout/vList2"/>
    <dgm:cxn modelId="{7AC901A3-007E-48F3-8D65-B81680E035D5}" type="presOf" srcId="{B0047F09-86B7-447A-B0FF-F962EE36B19B}" destId="{9A41255F-90C5-4ECF-AD3A-D1BF27F4E4D1}" srcOrd="0" destOrd="0" presId="urn:microsoft.com/office/officeart/2005/8/layout/vList2"/>
    <dgm:cxn modelId="{843E03BE-24BE-4162-AE01-EEF280898DB2}" srcId="{55A1A351-C358-4CFD-BD99-87C31AFF3A0D}" destId="{B0047F09-86B7-447A-B0FF-F962EE36B19B}" srcOrd="2" destOrd="0" parTransId="{DF8A33E6-615C-4610-956E-94911C4BE889}" sibTransId="{9312780C-28BA-4E05-A396-578AE39E18C4}"/>
    <dgm:cxn modelId="{550642C7-C88C-43AF-AD31-A504AA922A10}" type="presOf" srcId="{F4A99DE5-978A-49FB-9FBF-6E086A6A5D21}" destId="{841D0CF0-FECB-4A0B-BAA4-D981EECD9DE9}" srcOrd="0" destOrd="0" presId="urn:microsoft.com/office/officeart/2005/8/layout/vList2"/>
    <dgm:cxn modelId="{6B1B67F5-838A-428F-A590-F801E8D33707}" srcId="{55A1A351-C358-4CFD-BD99-87C31AFF3A0D}" destId="{7719BB36-659A-4891-82A0-876E8EC653DA}" srcOrd="1" destOrd="0" parTransId="{A7F10C06-E2CF-41A6-9B45-D4513B9FBFE6}" sibTransId="{6A42B683-5C8B-472C-98F3-0D0BAE181D9C}"/>
    <dgm:cxn modelId="{D1DA4AFB-0483-45B2-A584-8DE2E069AB2B}" type="presOf" srcId="{55A1A351-C358-4CFD-BD99-87C31AFF3A0D}" destId="{BB7A3AF4-0624-4BDD-AE9A-F31FE96937F4}" srcOrd="0" destOrd="0" presId="urn:microsoft.com/office/officeart/2005/8/layout/vList2"/>
    <dgm:cxn modelId="{BFD6BBC3-B264-494C-964C-2BB22BF93B24}" type="presParOf" srcId="{BB7A3AF4-0624-4BDD-AE9A-F31FE96937F4}" destId="{841D0CF0-FECB-4A0B-BAA4-D981EECD9DE9}" srcOrd="0" destOrd="0" presId="urn:microsoft.com/office/officeart/2005/8/layout/vList2"/>
    <dgm:cxn modelId="{F8D4FE99-6B4F-4036-86B5-BE296CFA9849}" type="presParOf" srcId="{BB7A3AF4-0624-4BDD-AE9A-F31FE96937F4}" destId="{1F365ED3-3D7B-4FEE-81B8-7703A8163E6B}" srcOrd="1" destOrd="0" presId="urn:microsoft.com/office/officeart/2005/8/layout/vList2"/>
    <dgm:cxn modelId="{E56438AF-B1F3-4891-989E-667A98D89662}" type="presParOf" srcId="{BB7A3AF4-0624-4BDD-AE9A-F31FE96937F4}" destId="{3F3F21E0-615D-4392-971E-709432CD42C3}" srcOrd="2" destOrd="0" presId="urn:microsoft.com/office/officeart/2005/8/layout/vList2"/>
    <dgm:cxn modelId="{EA0869AF-49F6-4CF7-9F1D-FDC564976838}" type="presParOf" srcId="{BB7A3AF4-0624-4BDD-AE9A-F31FE96937F4}" destId="{105B93D3-F38F-4450-BE54-C5924BD695B2}" srcOrd="3" destOrd="0" presId="urn:microsoft.com/office/officeart/2005/8/layout/vList2"/>
    <dgm:cxn modelId="{1BAD8F42-8B19-477C-B3D7-266C72699813}" type="presParOf" srcId="{BB7A3AF4-0624-4BDD-AE9A-F31FE96937F4}" destId="{9A41255F-90C5-4ECF-AD3A-D1BF27F4E4D1}" srcOrd="4" destOrd="0" presId="urn:microsoft.com/office/officeart/2005/8/layout/vList2"/>
    <dgm:cxn modelId="{00939C07-D20C-4330-83AC-A9D06595F587}" type="presParOf" srcId="{BB7A3AF4-0624-4BDD-AE9A-F31FE96937F4}" destId="{47718922-5995-420F-8A6D-76F860B521BC}" srcOrd="5" destOrd="0" presId="urn:microsoft.com/office/officeart/2005/8/layout/vList2"/>
    <dgm:cxn modelId="{EF7F3C77-D704-41D7-86B1-561E6205B3AE}" type="presParOf" srcId="{BB7A3AF4-0624-4BDD-AE9A-F31FE96937F4}" destId="{23DF085F-22FC-4D6E-AE1F-7345311C407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F116F03-CB22-433D-8D24-A615FF05741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262D0D-AEEC-4336-94A3-BAFAA7072A1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Add more features </a:t>
          </a:r>
        </a:p>
      </dgm:t>
    </dgm:pt>
    <dgm:pt modelId="{79D69123-84ED-4217-868E-2F3EE900A2BB}" type="parTrans" cxnId="{4A56A444-922C-424C-B34D-96E0C60CCF50}">
      <dgm:prSet/>
      <dgm:spPr/>
      <dgm:t>
        <a:bodyPr/>
        <a:lstStyle/>
        <a:p>
          <a:endParaRPr lang="en-US"/>
        </a:p>
      </dgm:t>
    </dgm:pt>
    <dgm:pt modelId="{E38A2245-51B4-4AA2-8B5D-F5684A367F07}" type="sibTrans" cxnId="{4A56A444-922C-424C-B34D-96E0C60CCF50}">
      <dgm:prSet/>
      <dgm:spPr/>
      <dgm:t>
        <a:bodyPr/>
        <a:lstStyle/>
        <a:p>
          <a:endParaRPr lang="en-US"/>
        </a:p>
      </dgm:t>
    </dgm:pt>
    <dgm:pt modelId="{D785EFBF-EEEF-4480-B8D7-11EDC96F88FD}">
      <dgm:prSet/>
      <dgm:spPr>
        <a:solidFill>
          <a:schemeClr val="tx2">
            <a:lumMod val="25000"/>
          </a:schemeClr>
        </a:solidFill>
      </dgm:spPr>
      <dgm:t>
        <a:bodyPr/>
        <a:lstStyle/>
        <a:p>
          <a:r>
            <a:rPr lang="en-US" dirty="0"/>
            <a:t>Try advanced models </a:t>
          </a:r>
        </a:p>
      </dgm:t>
    </dgm:pt>
    <dgm:pt modelId="{49663F01-AFF5-4AB0-A121-AD5FC0804D3D}" type="parTrans" cxnId="{E00D7195-CFA5-4865-8871-673E730521B4}">
      <dgm:prSet/>
      <dgm:spPr/>
      <dgm:t>
        <a:bodyPr/>
        <a:lstStyle/>
        <a:p>
          <a:endParaRPr lang="en-US"/>
        </a:p>
      </dgm:t>
    </dgm:pt>
    <dgm:pt modelId="{85D2ABE7-1150-4C7B-B5F6-F1EA41BE89AD}" type="sibTrans" cxnId="{E00D7195-CFA5-4865-8871-673E730521B4}">
      <dgm:prSet/>
      <dgm:spPr/>
      <dgm:t>
        <a:bodyPr/>
        <a:lstStyle/>
        <a:p>
          <a:endParaRPr lang="en-US"/>
        </a:p>
      </dgm:t>
    </dgm:pt>
    <dgm:pt modelId="{CF488693-4943-45DE-B04B-3B55DCE961F0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/>
            <a:t>Connect to live data </a:t>
          </a:r>
        </a:p>
      </dgm:t>
    </dgm:pt>
    <dgm:pt modelId="{68E23C6D-5CE4-4C96-9412-99B27309A52E}" type="parTrans" cxnId="{FA51E948-54C4-4EB2-9B84-0B91E11C078E}">
      <dgm:prSet/>
      <dgm:spPr/>
      <dgm:t>
        <a:bodyPr/>
        <a:lstStyle/>
        <a:p>
          <a:endParaRPr lang="en-US"/>
        </a:p>
      </dgm:t>
    </dgm:pt>
    <dgm:pt modelId="{855FB18F-AE2C-4020-9DC1-54C53BA99854}" type="sibTrans" cxnId="{FA51E948-54C4-4EB2-9B84-0B91E11C078E}">
      <dgm:prSet/>
      <dgm:spPr/>
      <dgm:t>
        <a:bodyPr/>
        <a:lstStyle/>
        <a:p>
          <a:endParaRPr lang="en-US"/>
        </a:p>
      </dgm:t>
    </dgm:pt>
    <dgm:pt modelId="{2721F160-11D8-4CDF-AFFE-6BA8A780DCEF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Make predictions explainable</a:t>
          </a:r>
        </a:p>
      </dgm:t>
    </dgm:pt>
    <dgm:pt modelId="{8EF9F3B2-3130-42E9-B466-D9C38B2D8413}" type="parTrans" cxnId="{4B93A584-C53D-4560-BFFB-99D68D559346}">
      <dgm:prSet/>
      <dgm:spPr/>
      <dgm:t>
        <a:bodyPr/>
        <a:lstStyle/>
        <a:p>
          <a:endParaRPr lang="en-US"/>
        </a:p>
      </dgm:t>
    </dgm:pt>
    <dgm:pt modelId="{D6CD380C-5C31-43CA-BA32-2BA444165EDA}" type="sibTrans" cxnId="{4B93A584-C53D-4560-BFFB-99D68D559346}">
      <dgm:prSet/>
      <dgm:spPr/>
      <dgm:t>
        <a:bodyPr/>
        <a:lstStyle/>
        <a:p>
          <a:endParaRPr lang="en-US"/>
        </a:p>
      </dgm:t>
    </dgm:pt>
    <dgm:pt modelId="{8E2BC5C0-3B2D-49C0-A67E-B326D69E811F}" type="pres">
      <dgm:prSet presAssocID="{6F116F03-CB22-433D-8D24-A615FF05741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A069E9-FA1B-476E-AA39-E2B3BF01F636}" type="pres">
      <dgm:prSet presAssocID="{77262D0D-AEEC-4336-94A3-BAFAA7072A17}" presName="root" presStyleCnt="0"/>
      <dgm:spPr/>
    </dgm:pt>
    <dgm:pt modelId="{E382BD4D-85A7-490B-A670-92515A5CB8F4}" type="pres">
      <dgm:prSet presAssocID="{77262D0D-AEEC-4336-94A3-BAFAA7072A17}" presName="rootComposite" presStyleCnt="0"/>
      <dgm:spPr/>
    </dgm:pt>
    <dgm:pt modelId="{342A38DA-5EB0-4913-858B-BBF95E4E118B}" type="pres">
      <dgm:prSet presAssocID="{77262D0D-AEEC-4336-94A3-BAFAA7072A17}" presName="rootText" presStyleLbl="node1" presStyleIdx="0" presStyleCnt="4"/>
      <dgm:spPr/>
    </dgm:pt>
    <dgm:pt modelId="{A16A92D9-98DE-4C3D-BFCC-AD73178C8F45}" type="pres">
      <dgm:prSet presAssocID="{77262D0D-AEEC-4336-94A3-BAFAA7072A17}" presName="rootConnector" presStyleLbl="node1" presStyleIdx="0" presStyleCnt="4"/>
      <dgm:spPr/>
    </dgm:pt>
    <dgm:pt modelId="{E53615A8-8AF5-4B6E-9A44-0E72274048A4}" type="pres">
      <dgm:prSet presAssocID="{77262D0D-AEEC-4336-94A3-BAFAA7072A17}" presName="childShape" presStyleCnt="0"/>
      <dgm:spPr/>
    </dgm:pt>
    <dgm:pt modelId="{A31C69B9-4062-411E-8699-909914068CD3}" type="pres">
      <dgm:prSet presAssocID="{D785EFBF-EEEF-4480-B8D7-11EDC96F88FD}" presName="root" presStyleCnt="0"/>
      <dgm:spPr/>
    </dgm:pt>
    <dgm:pt modelId="{7BBF6497-0236-460E-80BA-8D64D12EA9B0}" type="pres">
      <dgm:prSet presAssocID="{D785EFBF-EEEF-4480-B8D7-11EDC96F88FD}" presName="rootComposite" presStyleCnt="0"/>
      <dgm:spPr/>
    </dgm:pt>
    <dgm:pt modelId="{90256B2F-B54A-4297-9FF2-7F0E1C546359}" type="pres">
      <dgm:prSet presAssocID="{D785EFBF-EEEF-4480-B8D7-11EDC96F88FD}" presName="rootText" presStyleLbl="node1" presStyleIdx="1" presStyleCnt="4"/>
      <dgm:spPr/>
    </dgm:pt>
    <dgm:pt modelId="{40253CFD-F01C-4B78-9B35-D99BC86069EE}" type="pres">
      <dgm:prSet presAssocID="{D785EFBF-EEEF-4480-B8D7-11EDC96F88FD}" presName="rootConnector" presStyleLbl="node1" presStyleIdx="1" presStyleCnt="4"/>
      <dgm:spPr/>
    </dgm:pt>
    <dgm:pt modelId="{7C9C0DC8-E78F-4A58-8E5C-2F99E191210D}" type="pres">
      <dgm:prSet presAssocID="{D785EFBF-EEEF-4480-B8D7-11EDC96F88FD}" presName="childShape" presStyleCnt="0"/>
      <dgm:spPr/>
    </dgm:pt>
    <dgm:pt modelId="{3A5F2039-A1DF-4C48-8FA9-A761131007DF}" type="pres">
      <dgm:prSet presAssocID="{CF488693-4943-45DE-B04B-3B55DCE961F0}" presName="root" presStyleCnt="0"/>
      <dgm:spPr/>
    </dgm:pt>
    <dgm:pt modelId="{69E7D2BC-C17F-4D91-B021-3B31060BE1F6}" type="pres">
      <dgm:prSet presAssocID="{CF488693-4943-45DE-B04B-3B55DCE961F0}" presName="rootComposite" presStyleCnt="0"/>
      <dgm:spPr/>
    </dgm:pt>
    <dgm:pt modelId="{32C68296-ABF9-44EB-AAEB-3EBBA0936C1A}" type="pres">
      <dgm:prSet presAssocID="{CF488693-4943-45DE-B04B-3B55DCE961F0}" presName="rootText" presStyleLbl="node1" presStyleIdx="2" presStyleCnt="4"/>
      <dgm:spPr/>
    </dgm:pt>
    <dgm:pt modelId="{778DD148-058E-43C0-8E7A-B6B75D52B59C}" type="pres">
      <dgm:prSet presAssocID="{CF488693-4943-45DE-B04B-3B55DCE961F0}" presName="rootConnector" presStyleLbl="node1" presStyleIdx="2" presStyleCnt="4"/>
      <dgm:spPr/>
    </dgm:pt>
    <dgm:pt modelId="{2050EABE-89D3-438B-9E07-66A90F628E6F}" type="pres">
      <dgm:prSet presAssocID="{CF488693-4943-45DE-B04B-3B55DCE961F0}" presName="childShape" presStyleCnt="0"/>
      <dgm:spPr/>
    </dgm:pt>
    <dgm:pt modelId="{8F2C6F8B-579F-4053-89CC-73004B786D4E}" type="pres">
      <dgm:prSet presAssocID="{2721F160-11D8-4CDF-AFFE-6BA8A780DCEF}" presName="root" presStyleCnt="0"/>
      <dgm:spPr/>
    </dgm:pt>
    <dgm:pt modelId="{960B36C5-8C95-4A53-8518-812067032980}" type="pres">
      <dgm:prSet presAssocID="{2721F160-11D8-4CDF-AFFE-6BA8A780DCEF}" presName="rootComposite" presStyleCnt="0"/>
      <dgm:spPr/>
    </dgm:pt>
    <dgm:pt modelId="{B0ADF2A4-687C-47B0-A162-290025DA7DF6}" type="pres">
      <dgm:prSet presAssocID="{2721F160-11D8-4CDF-AFFE-6BA8A780DCEF}" presName="rootText" presStyleLbl="node1" presStyleIdx="3" presStyleCnt="4"/>
      <dgm:spPr/>
    </dgm:pt>
    <dgm:pt modelId="{E282D3FC-F564-4F28-A5B4-131932BF6B96}" type="pres">
      <dgm:prSet presAssocID="{2721F160-11D8-4CDF-AFFE-6BA8A780DCEF}" presName="rootConnector" presStyleLbl="node1" presStyleIdx="3" presStyleCnt="4"/>
      <dgm:spPr/>
    </dgm:pt>
    <dgm:pt modelId="{86E4C256-444A-47E0-A3EE-3964102EE999}" type="pres">
      <dgm:prSet presAssocID="{2721F160-11D8-4CDF-AFFE-6BA8A780DCEF}" presName="childShape" presStyleCnt="0"/>
      <dgm:spPr/>
    </dgm:pt>
  </dgm:ptLst>
  <dgm:cxnLst>
    <dgm:cxn modelId="{BA14C42C-3B7F-4201-8151-8220764F9A0D}" type="presOf" srcId="{77262D0D-AEEC-4336-94A3-BAFAA7072A17}" destId="{342A38DA-5EB0-4913-858B-BBF95E4E118B}" srcOrd="0" destOrd="0" presId="urn:microsoft.com/office/officeart/2005/8/layout/hierarchy3"/>
    <dgm:cxn modelId="{9FB0DE2C-6C70-4675-B332-A418BAB8EFBD}" type="presOf" srcId="{2721F160-11D8-4CDF-AFFE-6BA8A780DCEF}" destId="{B0ADF2A4-687C-47B0-A162-290025DA7DF6}" srcOrd="0" destOrd="0" presId="urn:microsoft.com/office/officeart/2005/8/layout/hierarchy3"/>
    <dgm:cxn modelId="{4A56A444-922C-424C-B34D-96E0C60CCF50}" srcId="{6F116F03-CB22-433D-8D24-A615FF05741A}" destId="{77262D0D-AEEC-4336-94A3-BAFAA7072A17}" srcOrd="0" destOrd="0" parTransId="{79D69123-84ED-4217-868E-2F3EE900A2BB}" sibTransId="{E38A2245-51B4-4AA2-8B5D-F5684A367F07}"/>
    <dgm:cxn modelId="{FA51E948-54C4-4EB2-9B84-0B91E11C078E}" srcId="{6F116F03-CB22-433D-8D24-A615FF05741A}" destId="{CF488693-4943-45DE-B04B-3B55DCE961F0}" srcOrd="2" destOrd="0" parTransId="{68E23C6D-5CE4-4C96-9412-99B27309A52E}" sibTransId="{855FB18F-AE2C-4020-9DC1-54C53BA99854}"/>
    <dgm:cxn modelId="{F9F83552-3CC7-4D21-98BE-5A700BEC4EF8}" type="presOf" srcId="{6F116F03-CB22-433D-8D24-A615FF05741A}" destId="{8E2BC5C0-3B2D-49C0-A67E-B326D69E811F}" srcOrd="0" destOrd="0" presId="urn:microsoft.com/office/officeart/2005/8/layout/hierarchy3"/>
    <dgm:cxn modelId="{FA820874-BAEC-4AF9-A7FD-D3C0537984AF}" type="presOf" srcId="{2721F160-11D8-4CDF-AFFE-6BA8A780DCEF}" destId="{E282D3FC-F564-4F28-A5B4-131932BF6B96}" srcOrd="1" destOrd="0" presId="urn:microsoft.com/office/officeart/2005/8/layout/hierarchy3"/>
    <dgm:cxn modelId="{A28BA458-0AD9-41EF-AE5B-5154924D5122}" type="presOf" srcId="{D785EFBF-EEEF-4480-B8D7-11EDC96F88FD}" destId="{90256B2F-B54A-4297-9FF2-7F0E1C546359}" srcOrd="0" destOrd="0" presId="urn:microsoft.com/office/officeart/2005/8/layout/hierarchy3"/>
    <dgm:cxn modelId="{4B93A584-C53D-4560-BFFB-99D68D559346}" srcId="{6F116F03-CB22-433D-8D24-A615FF05741A}" destId="{2721F160-11D8-4CDF-AFFE-6BA8A780DCEF}" srcOrd="3" destOrd="0" parTransId="{8EF9F3B2-3130-42E9-B466-D9C38B2D8413}" sibTransId="{D6CD380C-5C31-43CA-BA32-2BA444165EDA}"/>
    <dgm:cxn modelId="{50DBA194-60AB-426E-AA83-9406DEB7C688}" type="presOf" srcId="{CF488693-4943-45DE-B04B-3B55DCE961F0}" destId="{778DD148-058E-43C0-8E7A-B6B75D52B59C}" srcOrd="1" destOrd="0" presId="urn:microsoft.com/office/officeart/2005/8/layout/hierarchy3"/>
    <dgm:cxn modelId="{E00D7195-CFA5-4865-8871-673E730521B4}" srcId="{6F116F03-CB22-433D-8D24-A615FF05741A}" destId="{D785EFBF-EEEF-4480-B8D7-11EDC96F88FD}" srcOrd="1" destOrd="0" parTransId="{49663F01-AFF5-4AB0-A121-AD5FC0804D3D}" sibTransId="{85D2ABE7-1150-4C7B-B5F6-F1EA41BE89AD}"/>
    <dgm:cxn modelId="{CAF935A6-8CB0-4FA7-9FCF-6DF79B209C8A}" type="presOf" srcId="{D785EFBF-EEEF-4480-B8D7-11EDC96F88FD}" destId="{40253CFD-F01C-4B78-9B35-D99BC86069EE}" srcOrd="1" destOrd="0" presId="urn:microsoft.com/office/officeart/2005/8/layout/hierarchy3"/>
    <dgm:cxn modelId="{9F558DBE-640A-4AEB-81EF-59BB5109B657}" type="presOf" srcId="{77262D0D-AEEC-4336-94A3-BAFAA7072A17}" destId="{A16A92D9-98DE-4C3D-BFCC-AD73178C8F45}" srcOrd="1" destOrd="0" presId="urn:microsoft.com/office/officeart/2005/8/layout/hierarchy3"/>
    <dgm:cxn modelId="{E8D84AF7-EA1C-4872-94FF-F3980D1C7822}" type="presOf" srcId="{CF488693-4943-45DE-B04B-3B55DCE961F0}" destId="{32C68296-ABF9-44EB-AAEB-3EBBA0936C1A}" srcOrd="0" destOrd="0" presId="urn:microsoft.com/office/officeart/2005/8/layout/hierarchy3"/>
    <dgm:cxn modelId="{C58EDE5A-0F66-4C52-9314-A09EEADEE964}" type="presParOf" srcId="{8E2BC5C0-3B2D-49C0-A67E-B326D69E811F}" destId="{6CA069E9-FA1B-476E-AA39-E2B3BF01F636}" srcOrd="0" destOrd="0" presId="urn:microsoft.com/office/officeart/2005/8/layout/hierarchy3"/>
    <dgm:cxn modelId="{C81253FA-BF12-4FC1-92A7-F9EC54D58107}" type="presParOf" srcId="{6CA069E9-FA1B-476E-AA39-E2B3BF01F636}" destId="{E382BD4D-85A7-490B-A670-92515A5CB8F4}" srcOrd="0" destOrd="0" presId="urn:microsoft.com/office/officeart/2005/8/layout/hierarchy3"/>
    <dgm:cxn modelId="{10ABBCA7-156F-4C3F-8598-0400D690A6E8}" type="presParOf" srcId="{E382BD4D-85A7-490B-A670-92515A5CB8F4}" destId="{342A38DA-5EB0-4913-858B-BBF95E4E118B}" srcOrd="0" destOrd="0" presId="urn:microsoft.com/office/officeart/2005/8/layout/hierarchy3"/>
    <dgm:cxn modelId="{1E4BE0C9-AC37-4552-9E1F-E4D174F7B5D0}" type="presParOf" srcId="{E382BD4D-85A7-490B-A670-92515A5CB8F4}" destId="{A16A92D9-98DE-4C3D-BFCC-AD73178C8F45}" srcOrd="1" destOrd="0" presId="urn:microsoft.com/office/officeart/2005/8/layout/hierarchy3"/>
    <dgm:cxn modelId="{09B627D2-D611-41E0-9720-630FC5945BC7}" type="presParOf" srcId="{6CA069E9-FA1B-476E-AA39-E2B3BF01F636}" destId="{E53615A8-8AF5-4B6E-9A44-0E72274048A4}" srcOrd="1" destOrd="0" presId="urn:microsoft.com/office/officeart/2005/8/layout/hierarchy3"/>
    <dgm:cxn modelId="{56F72C6F-68B1-48F4-8594-6913F81A27B5}" type="presParOf" srcId="{8E2BC5C0-3B2D-49C0-A67E-B326D69E811F}" destId="{A31C69B9-4062-411E-8699-909914068CD3}" srcOrd="1" destOrd="0" presId="urn:microsoft.com/office/officeart/2005/8/layout/hierarchy3"/>
    <dgm:cxn modelId="{5D65CCBE-5CC1-4F5F-AE73-818028EA921D}" type="presParOf" srcId="{A31C69B9-4062-411E-8699-909914068CD3}" destId="{7BBF6497-0236-460E-80BA-8D64D12EA9B0}" srcOrd="0" destOrd="0" presId="urn:microsoft.com/office/officeart/2005/8/layout/hierarchy3"/>
    <dgm:cxn modelId="{4F3AC65F-D2FF-41EB-8D10-D48834B2F1A9}" type="presParOf" srcId="{7BBF6497-0236-460E-80BA-8D64D12EA9B0}" destId="{90256B2F-B54A-4297-9FF2-7F0E1C546359}" srcOrd="0" destOrd="0" presId="urn:microsoft.com/office/officeart/2005/8/layout/hierarchy3"/>
    <dgm:cxn modelId="{57FEA53E-4FA9-4385-89A8-C533AABA2591}" type="presParOf" srcId="{7BBF6497-0236-460E-80BA-8D64D12EA9B0}" destId="{40253CFD-F01C-4B78-9B35-D99BC86069EE}" srcOrd="1" destOrd="0" presId="urn:microsoft.com/office/officeart/2005/8/layout/hierarchy3"/>
    <dgm:cxn modelId="{3173ED8E-011E-49DA-BE52-C296B03FB79F}" type="presParOf" srcId="{A31C69B9-4062-411E-8699-909914068CD3}" destId="{7C9C0DC8-E78F-4A58-8E5C-2F99E191210D}" srcOrd="1" destOrd="0" presId="urn:microsoft.com/office/officeart/2005/8/layout/hierarchy3"/>
    <dgm:cxn modelId="{F14B9D5F-E2C1-4366-8A1D-440A7F7A10C4}" type="presParOf" srcId="{8E2BC5C0-3B2D-49C0-A67E-B326D69E811F}" destId="{3A5F2039-A1DF-4C48-8FA9-A761131007DF}" srcOrd="2" destOrd="0" presId="urn:microsoft.com/office/officeart/2005/8/layout/hierarchy3"/>
    <dgm:cxn modelId="{57588602-DC47-4116-A3C7-B1FB571ABE50}" type="presParOf" srcId="{3A5F2039-A1DF-4C48-8FA9-A761131007DF}" destId="{69E7D2BC-C17F-4D91-B021-3B31060BE1F6}" srcOrd="0" destOrd="0" presId="urn:microsoft.com/office/officeart/2005/8/layout/hierarchy3"/>
    <dgm:cxn modelId="{4D5CE55D-71A7-49E0-8960-D8B8DEAE3635}" type="presParOf" srcId="{69E7D2BC-C17F-4D91-B021-3B31060BE1F6}" destId="{32C68296-ABF9-44EB-AAEB-3EBBA0936C1A}" srcOrd="0" destOrd="0" presId="urn:microsoft.com/office/officeart/2005/8/layout/hierarchy3"/>
    <dgm:cxn modelId="{1994A441-FE3B-4E28-A831-FF7605F8CC28}" type="presParOf" srcId="{69E7D2BC-C17F-4D91-B021-3B31060BE1F6}" destId="{778DD148-058E-43C0-8E7A-B6B75D52B59C}" srcOrd="1" destOrd="0" presId="urn:microsoft.com/office/officeart/2005/8/layout/hierarchy3"/>
    <dgm:cxn modelId="{EA7E1556-B98F-4AA5-A25B-EF0CE2165F0A}" type="presParOf" srcId="{3A5F2039-A1DF-4C48-8FA9-A761131007DF}" destId="{2050EABE-89D3-438B-9E07-66A90F628E6F}" srcOrd="1" destOrd="0" presId="urn:microsoft.com/office/officeart/2005/8/layout/hierarchy3"/>
    <dgm:cxn modelId="{E910E1E2-C568-400B-A6A2-568962AB9813}" type="presParOf" srcId="{8E2BC5C0-3B2D-49C0-A67E-B326D69E811F}" destId="{8F2C6F8B-579F-4053-89CC-73004B786D4E}" srcOrd="3" destOrd="0" presId="urn:microsoft.com/office/officeart/2005/8/layout/hierarchy3"/>
    <dgm:cxn modelId="{A9C0CEEF-DE29-42B9-877E-4A2CB62BF6B1}" type="presParOf" srcId="{8F2C6F8B-579F-4053-89CC-73004B786D4E}" destId="{960B36C5-8C95-4A53-8518-812067032980}" srcOrd="0" destOrd="0" presId="urn:microsoft.com/office/officeart/2005/8/layout/hierarchy3"/>
    <dgm:cxn modelId="{C7D2C5F8-4878-4A8C-9F13-64F1061DFF92}" type="presParOf" srcId="{960B36C5-8C95-4A53-8518-812067032980}" destId="{B0ADF2A4-687C-47B0-A162-290025DA7DF6}" srcOrd="0" destOrd="0" presId="urn:microsoft.com/office/officeart/2005/8/layout/hierarchy3"/>
    <dgm:cxn modelId="{13F105D7-0B52-4783-B464-184C88A4B40C}" type="presParOf" srcId="{960B36C5-8C95-4A53-8518-812067032980}" destId="{E282D3FC-F564-4F28-A5B4-131932BF6B96}" srcOrd="1" destOrd="0" presId="urn:microsoft.com/office/officeart/2005/8/layout/hierarchy3"/>
    <dgm:cxn modelId="{AB1A9AE2-7AD2-4B11-B07F-FB6E85A10DB3}" type="presParOf" srcId="{8F2C6F8B-579F-4053-89CC-73004B786D4E}" destId="{86E4C256-444A-47E0-A3EE-3964102EE99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55BB4-6E92-4DE1-A866-BF5471567F40}">
      <dsp:nvSpPr>
        <dsp:cNvPr id="0" name=""/>
        <dsp:cNvSpPr/>
      </dsp:nvSpPr>
      <dsp:spPr>
        <a:xfrm>
          <a:off x="0" y="0"/>
          <a:ext cx="476591" cy="4765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7D522-D0BB-4814-8CA7-3E701C430F28}">
      <dsp:nvSpPr>
        <dsp:cNvPr id="0" name=""/>
        <dsp:cNvSpPr/>
      </dsp:nvSpPr>
      <dsp:spPr>
        <a:xfrm>
          <a:off x="238295" y="0"/>
          <a:ext cx="3104672" cy="4765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1.Introduction</a:t>
          </a:r>
        </a:p>
      </dsp:txBody>
      <dsp:txXfrm>
        <a:off x="238295" y="0"/>
        <a:ext cx="3104672" cy="476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22826-6B0E-4034-A06D-ED80FAF03A0F}">
      <dsp:nvSpPr>
        <dsp:cNvPr id="0" name=""/>
        <dsp:cNvSpPr/>
      </dsp:nvSpPr>
      <dsp:spPr>
        <a:xfrm>
          <a:off x="0" y="0"/>
          <a:ext cx="486871" cy="4868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68023-8A2F-4356-8110-E071C9038780}">
      <dsp:nvSpPr>
        <dsp:cNvPr id="0" name=""/>
        <dsp:cNvSpPr/>
      </dsp:nvSpPr>
      <dsp:spPr>
        <a:xfrm>
          <a:off x="243435" y="0"/>
          <a:ext cx="4151584" cy="4868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2.Dataset Description</a:t>
          </a:r>
        </a:p>
      </dsp:txBody>
      <dsp:txXfrm>
        <a:off x="243435" y="0"/>
        <a:ext cx="4151584" cy="486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5217E-D757-4291-AAFB-8EA51F5B2DC6}">
      <dsp:nvSpPr>
        <dsp:cNvPr id="0" name=""/>
        <dsp:cNvSpPr/>
      </dsp:nvSpPr>
      <dsp:spPr>
        <a:xfrm>
          <a:off x="0" y="0"/>
          <a:ext cx="486871" cy="4868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5B2DB-B722-4B59-8E12-1C045E8D64AA}">
      <dsp:nvSpPr>
        <dsp:cNvPr id="0" name=""/>
        <dsp:cNvSpPr/>
      </dsp:nvSpPr>
      <dsp:spPr>
        <a:xfrm>
          <a:off x="243435" y="0"/>
          <a:ext cx="3099532" cy="4868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3.Methodology</a:t>
          </a:r>
        </a:p>
      </dsp:txBody>
      <dsp:txXfrm>
        <a:off x="243435" y="0"/>
        <a:ext cx="3099532" cy="4868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27C8B-0C1D-4966-B9DD-E461E18AE1ED}">
      <dsp:nvSpPr>
        <dsp:cNvPr id="0" name=""/>
        <dsp:cNvSpPr/>
      </dsp:nvSpPr>
      <dsp:spPr>
        <a:xfrm>
          <a:off x="0" y="0"/>
          <a:ext cx="486871" cy="4868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EFFE3-080D-44BB-9091-290C673CE14A}">
      <dsp:nvSpPr>
        <dsp:cNvPr id="0" name=""/>
        <dsp:cNvSpPr/>
      </dsp:nvSpPr>
      <dsp:spPr>
        <a:xfrm>
          <a:off x="243435" y="0"/>
          <a:ext cx="4151583" cy="4868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4.Results and Analysis </a:t>
          </a:r>
        </a:p>
      </dsp:txBody>
      <dsp:txXfrm>
        <a:off x="243435" y="0"/>
        <a:ext cx="4151583" cy="4868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2168B-7194-4B32-9031-A7DF808C46C7}">
      <dsp:nvSpPr>
        <dsp:cNvPr id="0" name=""/>
        <dsp:cNvSpPr/>
      </dsp:nvSpPr>
      <dsp:spPr>
        <a:xfrm>
          <a:off x="0" y="0"/>
          <a:ext cx="461665" cy="46166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04407-E5C5-4CCA-A3D5-4C921E5CF5A7}">
      <dsp:nvSpPr>
        <dsp:cNvPr id="0" name=""/>
        <dsp:cNvSpPr/>
      </dsp:nvSpPr>
      <dsp:spPr>
        <a:xfrm>
          <a:off x="230832" y="0"/>
          <a:ext cx="2423877" cy="4616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5.Web System</a:t>
          </a:r>
        </a:p>
      </dsp:txBody>
      <dsp:txXfrm>
        <a:off x="230832" y="0"/>
        <a:ext cx="2423877" cy="4616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51B23A-94F5-45EC-8A7C-48FDA7EEA6D8}">
      <dsp:nvSpPr>
        <dsp:cNvPr id="0" name=""/>
        <dsp:cNvSpPr/>
      </dsp:nvSpPr>
      <dsp:spPr>
        <a:xfrm>
          <a:off x="0" y="0"/>
          <a:ext cx="461665" cy="46166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23033-2772-4BB2-8B77-EC520660AC70}">
      <dsp:nvSpPr>
        <dsp:cNvPr id="0" name=""/>
        <dsp:cNvSpPr/>
      </dsp:nvSpPr>
      <dsp:spPr>
        <a:xfrm>
          <a:off x="230832" y="0"/>
          <a:ext cx="4164187" cy="4616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6.Conclusion &amp; Future Work</a:t>
          </a:r>
        </a:p>
      </dsp:txBody>
      <dsp:txXfrm>
        <a:off x="230832" y="0"/>
        <a:ext cx="4164187" cy="4616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FED8B-5526-47D0-89B6-3885C29C5CC1}">
      <dsp:nvSpPr>
        <dsp:cNvPr id="0" name=""/>
        <dsp:cNvSpPr/>
      </dsp:nvSpPr>
      <dsp:spPr>
        <a:xfrm>
          <a:off x="0" y="0"/>
          <a:ext cx="461665" cy="46166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38A98-A4AD-4BD4-8D0C-BFEFF881859D}">
      <dsp:nvSpPr>
        <dsp:cNvPr id="0" name=""/>
        <dsp:cNvSpPr/>
      </dsp:nvSpPr>
      <dsp:spPr>
        <a:xfrm>
          <a:off x="230832" y="0"/>
          <a:ext cx="2414044" cy="4616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7.References</a:t>
          </a:r>
        </a:p>
      </dsp:txBody>
      <dsp:txXfrm>
        <a:off x="230832" y="0"/>
        <a:ext cx="2414044" cy="4616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6B9B1-4BF7-44BB-80A4-A508C5DF99DA}">
      <dsp:nvSpPr>
        <dsp:cNvPr id="0" name=""/>
        <dsp:cNvSpPr/>
      </dsp:nvSpPr>
      <dsp:spPr>
        <a:xfrm rot="10800000">
          <a:off x="658296" y="0"/>
          <a:ext cx="2041572" cy="5762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Overview</a:t>
          </a:r>
          <a:endParaRPr lang="en-US" sz="2700" kern="1200" dirty="0"/>
        </a:p>
      </dsp:txBody>
      <dsp:txXfrm rot="10800000">
        <a:off x="802361" y="0"/>
        <a:ext cx="1897507" cy="576262"/>
      </dsp:txXfrm>
    </dsp:sp>
    <dsp:sp modelId="{B9383EF7-BC4C-4812-B394-EF64E86DE2FB}">
      <dsp:nvSpPr>
        <dsp:cNvPr id="0" name=""/>
        <dsp:cNvSpPr/>
      </dsp:nvSpPr>
      <dsp:spPr>
        <a:xfrm>
          <a:off x="370165" y="0"/>
          <a:ext cx="576262" cy="57626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A9A81-BE1E-43CA-BEE4-41B21D13CE92}">
      <dsp:nvSpPr>
        <dsp:cNvPr id="0" name=""/>
        <dsp:cNvSpPr/>
      </dsp:nvSpPr>
      <dsp:spPr>
        <a:xfrm>
          <a:off x="0" y="0"/>
          <a:ext cx="2848439" cy="346661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836D2-446E-4D01-91A8-9B6878BDD32D}">
      <dsp:nvSpPr>
        <dsp:cNvPr id="0" name=""/>
        <dsp:cNvSpPr/>
      </dsp:nvSpPr>
      <dsp:spPr>
        <a:xfrm>
          <a:off x="1424219" y="348523"/>
          <a:ext cx="1851485" cy="82061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Source: Kaggle Bank Loan Dataset </a:t>
          </a:r>
        </a:p>
      </dsp:txBody>
      <dsp:txXfrm>
        <a:off x="1464278" y="388582"/>
        <a:ext cx="1771367" cy="740495"/>
      </dsp:txXfrm>
    </dsp:sp>
    <dsp:sp modelId="{8667DE80-DF70-4421-8946-93F064A93699}">
      <dsp:nvSpPr>
        <dsp:cNvPr id="0" name=""/>
        <dsp:cNvSpPr/>
      </dsp:nvSpPr>
      <dsp:spPr>
        <a:xfrm>
          <a:off x="1424219" y="1271713"/>
          <a:ext cx="1851485" cy="82061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Records: 614 </a:t>
          </a:r>
        </a:p>
      </dsp:txBody>
      <dsp:txXfrm>
        <a:off x="1464278" y="1311772"/>
        <a:ext cx="1771367" cy="740495"/>
      </dsp:txXfrm>
    </dsp:sp>
    <dsp:sp modelId="{65403628-93CC-4EF8-9A12-1DAD95914B3C}">
      <dsp:nvSpPr>
        <dsp:cNvPr id="0" name=""/>
        <dsp:cNvSpPr/>
      </dsp:nvSpPr>
      <dsp:spPr>
        <a:xfrm>
          <a:off x="1424219" y="2194902"/>
          <a:ext cx="1851485" cy="82061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Features: 13</a:t>
          </a:r>
        </a:p>
      </dsp:txBody>
      <dsp:txXfrm>
        <a:off x="1464278" y="2234961"/>
        <a:ext cx="1771367" cy="7404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88EE81-4284-4943-A48C-A819207630FD}">
      <dsp:nvSpPr>
        <dsp:cNvPr id="0" name=""/>
        <dsp:cNvSpPr/>
      </dsp:nvSpPr>
      <dsp:spPr>
        <a:xfrm rot="10800000">
          <a:off x="657158" y="0"/>
          <a:ext cx="2037054" cy="5762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Key Features</a:t>
          </a:r>
          <a:endParaRPr lang="en-US" sz="2000" kern="1200" dirty="0"/>
        </a:p>
      </dsp:txBody>
      <dsp:txXfrm rot="10800000">
        <a:off x="801223" y="0"/>
        <a:ext cx="1892989" cy="576262"/>
      </dsp:txXfrm>
    </dsp:sp>
    <dsp:sp modelId="{B7C7775D-2CA7-4E89-9454-87E742A97579}">
      <dsp:nvSpPr>
        <dsp:cNvPr id="0" name=""/>
        <dsp:cNvSpPr/>
      </dsp:nvSpPr>
      <dsp:spPr>
        <a:xfrm>
          <a:off x="369027" y="0"/>
          <a:ext cx="576262" cy="57626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5805B-2121-440C-8049-81DBCDF23937}">
      <dsp:nvSpPr>
        <dsp:cNvPr id="0" name=""/>
        <dsp:cNvSpPr/>
      </dsp:nvSpPr>
      <dsp:spPr>
        <a:xfrm>
          <a:off x="817060" y="2169"/>
          <a:ext cx="2877135" cy="2911343"/>
        </a:xfrm>
        <a:prstGeom prst="ellipse">
          <a:avLst/>
        </a:prstGeom>
        <a:solidFill>
          <a:schemeClr val="tx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Applicant Income, Co-applicant Income, Loan Amount, Credit History, Marital Status, Education.</a:t>
          </a:r>
        </a:p>
      </dsp:txBody>
      <dsp:txXfrm>
        <a:off x="1238407" y="428525"/>
        <a:ext cx="2034441" cy="20586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BA69E-EECC-4B4F-9112-D6122AA9AEBB}">
      <dsp:nvSpPr>
        <dsp:cNvPr id="0" name=""/>
        <dsp:cNvSpPr/>
      </dsp:nvSpPr>
      <dsp:spPr>
        <a:xfrm rot="10800000">
          <a:off x="1028451" y="0"/>
          <a:ext cx="2041566" cy="5762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Preprocessing</a:t>
          </a:r>
          <a:endParaRPr lang="en-US" sz="1900" kern="1200" dirty="0"/>
        </a:p>
      </dsp:txBody>
      <dsp:txXfrm rot="10800000">
        <a:off x="1172516" y="0"/>
        <a:ext cx="1897501" cy="576262"/>
      </dsp:txXfrm>
    </dsp:sp>
    <dsp:sp modelId="{709BE290-2212-4D80-A12B-8F8D067CC6F2}">
      <dsp:nvSpPr>
        <dsp:cNvPr id="0" name=""/>
        <dsp:cNvSpPr/>
      </dsp:nvSpPr>
      <dsp:spPr>
        <a:xfrm>
          <a:off x="586475" y="0"/>
          <a:ext cx="576262" cy="57626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9453F-642F-442F-AD8F-F0A224F6F690}">
      <dsp:nvSpPr>
        <dsp:cNvPr id="0" name=""/>
        <dsp:cNvSpPr/>
      </dsp:nvSpPr>
      <dsp:spPr>
        <a:xfrm>
          <a:off x="1305117" y="1735"/>
          <a:ext cx="1468257" cy="834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Fill Missing values </a:t>
          </a:r>
        </a:p>
      </dsp:txBody>
      <dsp:txXfrm>
        <a:off x="1345854" y="42472"/>
        <a:ext cx="1386783" cy="753019"/>
      </dsp:txXfrm>
    </dsp:sp>
    <dsp:sp modelId="{F2A45ED1-6567-4A3B-A1EC-4F181BE8F61D}">
      <dsp:nvSpPr>
        <dsp:cNvPr id="0" name=""/>
        <dsp:cNvSpPr/>
      </dsp:nvSpPr>
      <dsp:spPr>
        <a:xfrm>
          <a:off x="1305117" y="877952"/>
          <a:ext cx="1468257" cy="834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categorical encoded </a:t>
          </a:r>
        </a:p>
      </dsp:txBody>
      <dsp:txXfrm>
        <a:off x="1345854" y="918689"/>
        <a:ext cx="1386783" cy="753019"/>
      </dsp:txXfrm>
    </dsp:sp>
    <dsp:sp modelId="{A91A1FA1-1D56-4E7B-9161-5DA62BA65F74}">
      <dsp:nvSpPr>
        <dsp:cNvPr id="0" name=""/>
        <dsp:cNvSpPr/>
      </dsp:nvSpPr>
      <dsp:spPr>
        <a:xfrm>
          <a:off x="1305117" y="1754170"/>
          <a:ext cx="1468257" cy="834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SMOTETomek for balance</a:t>
          </a:r>
        </a:p>
      </dsp:txBody>
      <dsp:txXfrm>
        <a:off x="1345854" y="1794907"/>
        <a:ext cx="1386783" cy="753019"/>
      </dsp:txXfrm>
    </dsp:sp>
    <dsp:sp modelId="{2BB11B9E-441C-4077-9F7F-B76251E9E92D}">
      <dsp:nvSpPr>
        <dsp:cNvPr id="0" name=""/>
        <dsp:cNvSpPr/>
      </dsp:nvSpPr>
      <dsp:spPr>
        <a:xfrm>
          <a:off x="1288776" y="2564780"/>
          <a:ext cx="1468257" cy="834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features scaled</a:t>
          </a:r>
        </a:p>
      </dsp:txBody>
      <dsp:txXfrm>
        <a:off x="1329513" y="2605517"/>
        <a:ext cx="1386783" cy="7530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26478-C287-4710-A5D5-F18295C7EA7B}">
      <dsp:nvSpPr>
        <dsp:cNvPr id="0" name=""/>
        <dsp:cNvSpPr/>
      </dsp:nvSpPr>
      <dsp:spPr>
        <a:xfrm>
          <a:off x="1012" y="0"/>
          <a:ext cx="1792053" cy="3627042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Split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80% train data,20% test data</a:t>
          </a:r>
        </a:p>
      </dsp:txBody>
      <dsp:txXfrm>
        <a:off x="53499" y="52487"/>
        <a:ext cx="1687079" cy="3522068"/>
      </dsp:txXfrm>
    </dsp:sp>
    <dsp:sp modelId="{59162100-B692-4ED2-8B32-DD066AA578D4}">
      <dsp:nvSpPr>
        <dsp:cNvPr id="0" name=""/>
        <dsp:cNvSpPr/>
      </dsp:nvSpPr>
      <dsp:spPr>
        <a:xfrm>
          <a:off x="2094131" y="0"/>
          <a:ext cx="1792053" cy="3627042"/>
        </a:xfrm>
        <a:prstGeom prst="roundRect">
          <a:avLst>
            <a:gd name="adj" fmla="val 10000"/>
          </a:avLst>
        </a:prstGeom>
        <a:solidFill>
          <a:schemeClr val="tx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Sampling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Hybrid </a:t>
          </a:r>
          <a:r>
            <a:rPr lang="en-US" sz="2000" kern="1200" dirty="0" err="1"/>
            <a:t>SMOTETomek</a:t>
          </a:r>
          <a:r>
            <a:rPr lang="en-US" sz="2000" kern="1200" dirty="0"/>
            <a:t> for class balance</a:t>
          </a:r>
        </a:p>
      </dsp:txBody>
      <dsp:txXfrm>
        <a:off x="2146618" y="52487"/>
        <a:ext cx="1687079" cy="3522068"/>
      </dsp:txXfrm>
    </dsp:sp>
    <dsp:sp modelId="{29878323-F403-42A0-B6C9-849FCE65E8CF}">
      <dsp:nvSpPr>
        <dsp:cNvPr id="0" name=""/>
        <dsp:cNvSpPr/>
      </dsp:nvSpPr>
      <dsp:spPr>
        <a:xfrm>
          <a:off x="4187250" y="0"/>
          <a:ext cx="1792053" cy="3627042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Scaling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StandardScaler</a:t>
          </a:r>
          <a:r>
            <a:rPr lang="en-US" sz="1800" kern="1200" dirty="0"/>
            <a:t> for normalization </a:t>
          </a:r>
        </a:p>
      </dsp:txBody>
      <dsp:txXfrm>
        <a:off x="4239737" y="52487"/>
        <a:ext cx="1687079" cy="3522068"/>
      </dsp:txXfrm>
    </dsp:sp>
    <dsp:sp modelId="{82BA66E3-1D88-4C6D-BAB4-0F7542B80E26}">
      <dsp:nvSpPr>
        <dsp:cNvPr id="0" name=""/>
        <dsp:cNvSpPr/>
      </dsp:nvSpPr>
      <dsp:spPr>
        <a:xfrm>
          <a:off x="6260710" y="0"/>
          <a:ext cx="1792053" cy="362704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Training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RF,DT,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Bagging,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Gradient Boosting </a:t>
          </a:r>
        </a:p>
      </dsp:txBody>
      <dsp:txXfrm>
        <a:off x="6313197" y="52487"/>
        <a:ext cx="1687079" cy="3522068"/>
      </dsp:txXfrm>
    </dsp:sp>
    <dsp:sp modelId="{57C17605-4866-43F1-8EF8-580A213444FE}">
      <dsp:nvSpPr>
        <dsp:cNvPr id="0" name=""/>
        <dsp:cNvSpPr/>
      </dsp:nvSpPr>
      <dsp:spPr>
        <a:xfrm>
          <a:off x="8373487" y="0"/>
          <a:ext cx="1792053" cy="3627042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Evaluation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Accuracy, Roc, Confusion matrix</a:t>
          </a:r>
        </a:p>
      </dsp:txBody>
      <dsp:txXfrm>
        <a:off x="8425974" y="52487"/>
        <a:ext cx="1687079" cy="352206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D0CF0-FECB-4A0B-BAA4-D981EECD9DE9}">
      <dsp:nvSpPr>
        <dsp:cNvPr id="0" name=""/>
        <dsp:cNvSpPr/>
      </dsp:nvSpPr>
      <dsp:spPr>
        <a:xfrm>
          <a:off x="0" y="0"/>
          <a:ext cx="10409750" cy="51480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Built a machine learning system to predict loan eligibility.</a:t>
          </a:r>
          <a:endParaRPr lang="en-US" sz="2200" kern="1200" dirty="0"/>
        </a:p>
      </dsp:txBody>
      <dsp:txXfrm>
        <a:off x="25130" y="25130"/>
        <a:ext cx="10359490" cy="464540"/>
      </dsp:txXfrm>
    </dsp:sp>
    <dsp:sp modelId="{3F3F21E0-615D-4392-971E-709432CD42C3}">
      <dsp:nvSpPr>
        <dsp:cNvPr id="0" name=""/>
        <dsp:cNvSpPr/>
      </dsp:nvSpPr>
      <dsp:spPr>
        <a:xfrm>
          <a:off x="0" y="636310"/>
          <a:ext cx="10409750" cy="51480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Random Forest gave the best results (high accuracy, stable CV, strong ROC-AUC).</a:t>
          </a:r>
          <a:endParaRPr lang="en-US" sz="2200" kern="1200" dirty="0"/>
        </a:p>
      </dsp:txBody>
      <dsp:txXfrm>
        <a:off x="25130" y="661440"/>
        <a:ext cx="10359490" cy="464540"/>
      </dsp:txXfrm>
    </dsp:sp>
    <dsp:sp modelId="{9A41255F-90C5-4ECF-AD3A-D1BF27F4E4D1}">
      <dsp:nvSpPr>
        <dsp:cNvPr id="0" name=""/>
        <dsp:cNvSpPr/>
      </dsp:nvSpPr>
      <dsp:spPr>
        <a:xfrm>
          <a:off x="0" y="1299058"/>
          <a:ext cx="10409750" cy="51480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Helps banks save time, reduce errors, and make fair decisions.</a:t>
          </a:r>
          <a:endParaRPr lang="en-US" sz="2200" kern="1200"/>
        </a:p>
      </dsp:txBody>
      <dsp:txXfrm>
        <a:off x="25130" y="1324188"/>
        <a:ext cx="10359490" cy="464540"/>
      </dsp:txXfrm>
    </dsp:sp>
    <dsp:sp modelId="{23DF085F-22FC-4D6E-AE1F-7345311C407C}">
      <dsp:nvSpPr>
        <dsp:cNvPr id="0" name=""/>
        <dsp:cNvSpPr/>
      </dsp:nvSpPr>
      <dsp:spPr>
        <a:xfrm>
          <a:off x="0" y="1952925"/>
          <a:ext cx="10409750" cy="51480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Web app allows real-time predictions.</a:t>
          </a:r>
          <a:endParaRPr lang="en-US" sz="2200" kern="1200"/>
        </a:p>
      </dsp:txBody>
      <dsp:txXfrm>
        <a:off x="25130" y="1978055"/>
        <a:ext cx="10359490" cy="4645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A38DA-5EB0-4913-858B-BBF95E4E118B}">
      <dsp:nvSpPr>
        <dsp:cNvPr id="0" name=""/>
        <dsp:cNvSpPr/>
      </dsp:nvSpPr>
      <dsp:spPr>
        <a:xfrm>
          <a:off x="1899" y="147424"/>
          <a:ext cx="2182996" cy="1091498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Add more features </a:t>
          </a:r>
        </a:p>
      </dsp:txBody>
      <dsp:txXfrm>
        <a:off x="33868" y="179393"/>
        <a:ext cx="2119058" cy="1027560"/>
      </dsp:txXfrm>
    </dsp:sp>
    <dsp:sp modelId="{90256B2F-B54A-4297-9FF2-7F0E1C546359}">
      <dsp:nvSpPr>
        <dsp:cNvPr id="0" name=""/>
        <dsp:cNvSpPr/>
      </dsp:nvSpPr>
      <dsp:spPr>
        <a:xfrm>
          <a:off x="2730644" y="147424"/>
          <a:ext cx="2182996" cy="1091498"/>
        </a:xfrm>
        <a:prstGeom prst="roundRect">
          <a:avLst>
            <a:gd name="adj" fmla="val 10000"/>
          </a:avLst>
        </a:prstGeom>
        <a:solidFill>
          <a:schemeClr val="tx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Try advanced models </a:t>
          </a:r>
        </a:p>
      </dsp:txBody>
      <dsp:txXfrm>
        <a:off x="2762613" y="179393"/>
        <a:ext cx="2119058" cy="1027560"/>
      </dsp:txXfrm>
    </dsp:sp>
    <dsp:sp modelId="{32C68296-ABF9-44EB-AAEB-3EBBA0936C1A}">
      <dsp:nvSpPr>
        <dsp:cNvPr id="0" name=""/>
        <dsp:cNvSpPr/>
      </dsp:nvSpPr>
      <dsp:spPr>
        <a:xfrm>
          <a:off x="5459390" y="147424"/>
          <a:ext cx="2182996" cy="1091498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Connect to live data </a:t>
          </a:r>
        </a:p>
      </dsp:txBody>
      <dsp:txXfrm>
        <a:off x="5491359" y="179393"/>
        <a:ext cx="2119058" cy="1027560"/>
      </dsp:txXfrm>
    </dsp:sp>
    <dsp:sp modelId="{B0ADF2A4-687C-47B0-A162-290025DA7DF6}">
      <dsp:nvSpPr>
        <dsp:cNvPr id="0" name=""/>
        <dsp:cNvSpPr/>
      </dsp:nvSpPr>
      <dsp:spPr>
        <a:xfrm>
          <a:off x="8188136" y="147424"/>
          <a:ext cx="2182996" cy="1091498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Make predictions explainable</a:t>
          </a:r>
        </a:p>
      </dsp:txBody>
      <dsp:txXfrm>
        <a:off x="8220105" y="179393"/>
        <a:ext cx="2119058" cy="1027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38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1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2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5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1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0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2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40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854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3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4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34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90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4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AEAD2-4C60-4D7C-BFD4-FB50E1FE571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F046A-465C-4804-9056-DEB94F17C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5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34" Type="http://schemas.openxmlformats.org/officeDocument/2006/relationships/diagramQuickStyle" Target="../diagrams/quickStyle7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Layout" Target="../diagrams/layout7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diagramData" Target="../diagrams/data7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microsoft.com/office/2007/relationships/diagramDrawing" Target="../diagrams/drawing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Colors" Target="../diagrams/colors7.xml"/><Relationship Id="rId8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18" Type="http://schemas.openxmlformats.org/officeDocument/2006/relationships/diagramLayout" Target="../diagrams/layout11.xml"/><Relationship Id="rId26" Type="http://schemas.microsoft.com/office/2007/relationships/diagramDrawing" Target="../diagrams/drawing12.xml"/><Relationship Id="rId3" Type="http://schemas.openxmlformats.org/officeDocument/2006/relationships/diagramLayout" Target="../diagrams/layout8.xml"/><Relationship Id="rId21" Type="http://schemas.microsoft.com/office/2007/relationships/diagramDrawing" Target="../diagrams/drawing11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17" Type="http://schemas.openxmlformats.org/officeDocument/2006/relationships/diagramData" Target="../diagrams/data11.xml"/><Relationship Id="rId25" Type="http://schemas.openxmlformats.org/officeDocument/2006/relationships/diagramColors" Target="../diagrams/colors12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20" Type="http://schemas.openxmlformats.org/officeDocument/2006/relationships/diagramColors" Target="../diagrams/colors11.xml"/><Relationship Id="rId29" Type="http://schemas.openxmlformats.org/officeDocument/2006/relationships/diagramQuickStyle" Target="../diagrams/quickStyle1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24" Type="http://schemas.openxmlformats.org/officeDocument/2006/relationships/diagramQuickStyle" Target="../diagrams/quickStyle12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23" Type="http://schemas.openxmlformats.org/officeDocument/2006/relationships/diagramLayout" Target="../diagrams/layout12.xml"/><Relationship Id="rId28" Type="http://schemas.openxmlformats.org/officeDocument/2006/relationships/diagramLayout" Target="../diagrams/layout13.xml"/><Relationship Id="rId10" Type="http://schemas.openxmlformats.org/officeDocument/2006/relationships/diagramColors" Target="../diagrams/colors9.xml"/><Relationship Id="rId19" Type="http://schemas.openxmlformats.org/officeDocument/2006/relationships/diagramQuickStyle" Target="../diagrams/quickStyle11.xml"/><Relationship Id="rId31" Type="http://schemas.microsoft.com/office/2007/relationships/diagramDrawing" Target="../diagrams/drawing13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Relationship Id="rId22" Type="http://schemas.openxmlformats.org/officeDocument/2006/relationships/diagramData" Target="../diagrams/data12.xml"/><Relationship Id="rId27" Type="http://schemas.openxmlformats.org/officeDocument/2006/relationships/diagramData" Target="../diagrams/data13.xml"/><Relationship Id="rId30" Type="http://schemas.openxmlformats.org/officeDocument/2006/relationships/diagramColors" Target="../diagrams/colors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0830-493B-B81B-89FA-D9B167D65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Bank Loan Prediction</a:t>
            </a:r>
            <a:br>
              <a:rPr lang="en-US" sz="4800" dirty="0"/>
            </a:br>
            <a:r>
              <a:rPr lang="en-US" sz="4800" dirty="0"/>
              <a:t>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B4AC5-64FC-FB29-D8BC-A42D12C5B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1" y="4394039"/>
            <a:ext cx="2878956" cy="1524980"/>
          </a:xfrm>
        </p:spPr>
        <p:txBody>
          <a:bodyPr>
            <a:normAutofit/>
          </a:bodyPr>
          <a:lstStyle/>
          <a:p>
            <a:r>
              <a:rPr lang="en-US" sz="2400" dirty="0"/>
              <a:t>Nayan Dey</a:t>
            </a:r>
          </a:p>
          <a:p>
            <a:r>
              <a:rPr lang="en-US" sz="2400" dirty="0"/>
              <a:t>ID:2104010202216 </a:t>
            </a:r>
          </a:p>
        </p:txBody>
      </p:sp>
    </p:spTree>
    <p:extLst>
      <p:ext uri="{BB962C8B-B14F-4D97-AF65-F5344CB8AC3E}">
        <p14:creationId xmlns:p14="http://schemas.microsoft.com/office/powerpoint/2010/main" val="406787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4095-480A-4684-317E-237B0B37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D467B7E-355E-9540-CB64-C02B6C6AD5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515271"/>
              </p:ext>
            </p:extLst>
          </p:nvPr>
        </p:nvGraphicFramePr>
        <p:xfrm>
          <a:off x="758979" y="2593039"/>
          <a:ext cx="3342968" cy="476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E9C40E4-7562-FAC2-5752-0284489ED4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886798"/>
              </p:ext>
            </p:extLst>
          </p:nvPr>
        </p:nvGraphicFramePr>
        <p:xfrm>
          <a:off x="758978" y="3341632"/>
          <a:ext cx="4395020" cy="486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90F845-6826-8DF0-F24C-089664E5A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068213"/>
              </p:ext>
            </p:extLst>
          </p:nvPr>
        </p:nvGraphicFramePr>
        <p:xfrm>
          <a:off x="758979" y="4090225"/>
          <a:ext cx="3342968" cy="486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F9CBD45-1DC1-2354-806A-C29CBCC5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728805"/>
              </p:ext>
            </p:extLst>
          </p:nvPr>
        </p:nvGraphicFramePr>
        <p:xfrm>
          <a:off x="758979" y="4834172"/>
          <a:ext cx="4395019" cy="486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A6B58DA-E6B8-7CB4-A6A4-3268D817B71F}"/>
              </a:ext>
            </a:extLst>
          </p:cNvPr>
          <p:cNvGraphicFramePr/>
          <p:nvPr/>
        </p:nvGraphicFramePr>
        <p:xfrm>
          <a:off x="5487251" y="2840414"/>
          <a:ext cx="2654710" cy="461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50F9325-4143-DA89-4FCB-540A4FA06C5B}"/>
              </a:ext>
            </a:extLst>
          </p:cNvPr>
          <p:cNvGraphicFramePr/>
          <p:nvPr/>
        </p:nvGraphicFramePr>
        <p:xfrm>
          <a:off x="5487251" y="3597491"/>
          <a:ext cx="4395020" cy="461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8174D4C4-F1A3-A9AC-BB9A-DC9187806034}"/>
              </a:ext>
            </a:extLst>
          </p:cNvPr>
          <p:cNvGraphicFramePr/>
          <p:nvPr/>
        </p:nvGraphicFramePr>
        <p:xfrm>
          <a:off x="5487251" y="4308328"/>
          <a:ext cx="2644877" cy="461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</p:spTree>
    <p:extLst>
      <p:ext uri="{BB962C8B-B14F-4D97-AF65-F5344CB8AC3E}">
        <p14:creationId xmlns:p14="http://schemas.microsoft.com/office/powerpoint/2010/main" val="125833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6711AD-CC89-F68A-E66E-6D5AE6BDA207}"/>
              </a:ext>
            </a:extLst>
          </p:cNvPr>
          <p:cNvSpPr txBox="1"/>
          <p:nvPr/>
        </p:nvSpPr>
        <p:spPr>
          <a:xfrm>
            <a:off x="1376515" y="1533833"/>
            <a:ext cx="3854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EC1FA24-9DC6-F8CC-228B-ABE0F40B4B2F}"/>
              </a:ext>
            </a:extLst>
          </p:cNvPr>
          <p:cNvCxnSpPr/>
          <p:nvPr/>
        </p:nvCxnSpPr>
        <p:spPr>
          <a:xfrm>
            <a:off x="137652" y="2467897"/>
            <a:ext cx="119461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7B248C-46CC-E09E-813D-8A0BA4486EAC}"/>
              </a:ext>
            </a:extLst>
          </p:cNvPr>
          <p:cNvCxnSpPr/>
          <p:nvPr/>
        </p:nvCxnSpPr>
        <p:spPr>
          <a:xfrm>
            <a:off x="137652" y="2467897"/>
            <a:ext cx="119461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270DCF-72FB-630A-B020-E8111910937A}"/>
              </a:ext>
            </a:extLst>
          </p:cNvPr>
          <p:cNvSpPr txBox="1"/>
          <p:nvPr/>
        </p:nvSpPr>
        <p:spPr>
          <a:xfrm>
            <a:off x="796412" y="2947218"/>
            <a:ext cx="9930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Loans play a major role in the banking system, but checking loan applications manually takes time and can lead to mistakes. Banks need a faster and more accurate way to decide who should receive a loan. </a:t>
            </a:r>
          </a:p>
          <a:p>
            <a:endParaRPr lang="en-US" dirty="0"/>
          </a:p>
          <a:p>
            <a:r>
              <a:rPr lang="en-US" dirty="0"/>
              <a:t>In this project, I developed a machine learning model that predicts loan approval based on applicant data. I also created a web application that allows users to enter their information and instantly see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250611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0F77-8976-220E-F84D-193062D2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7C18434-C999-CE98-E8C2-EB4DCEB0CEF0}"/>
              </a:ext>
            </a:extLst>
          </p:cNvPr>
          <p:cNvGraphicFramePr/>
          <p:nvPr/>
        </p:nvGraphicFramePr>
        <p:xfrm>
          <a:off x="660946" y="2336873"/>
          <a:ext cx="3070034" cy="57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91FEBC0-625C-6446-9171-79A398EE61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895727"/>
              </p:ext>
            </p:extLst>
          </p:nvPr>
        </p:nvGraphicFramePr>
        <p:xfrm>
          <a:off x="680320" y="3022673"/>
          <a:ext cx="3275705" cy="3466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D4E44FC-4CEF-592A-07FB-7A179246D606}"/>
              </a:ext>
            </a:extLst>
          </p:cNvPr>
          <p:cNvGraphicFramePr/>
          <p:nvPr/>
        </p:nvGraphicFramePr>
        <p:xfrm>
          <a:off x="3956025" y="2336873"/>
          <a:ext cx="3063240" cy="57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A69D7875-91E1-A41D-86A8-AEFE3E6CF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9220115"/>
              </p:ext>
            </p:extLst>
          </p:nvPr>
        </p:nvGraphicFramePr>
        <p:xfrm>
          <a:off x="3945469" y="3022673"/>
          <a:ext cx="3694196" cy="2913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826E329-2D51-72BF-BC37-437DBC4D03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238407"/>
              </p:ext>
            </p:extLst>
          </p:nvPr>
        </p:nvGraphicFramePr>
        <p:xfrm>
          <a:off x="7224156" y="2336873"/>
          <a:ext cx="3070025" cy="57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825C24B4-2799-991F-7276-107A76F066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597482"/>
              </p:ext>
            </p:extLst>
          </p:nvPr>
        </p:nvGraphicFramePr>
        <p:xfrm>
          <a:off x="7433187" y="3022672"/>
          <a:ext cx="4078493" cy="3466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172998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F50B-BA4A-1994-DB99-6EC7E5EA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72DB06-0B9F-AB44-3FEC-B1C2EB4BA5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0201304"/>
              </p:ext>
            </p:extLst>
          </p:nvPr>
        </p:nvGraphicFramePr>
        <p:xfrm>
          <a:off x="1052052" y="2477730"/>
          <a:ext cx="10166554" cy="3627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89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49E4-5FCF-BD6D-1A4F-4D6267E2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&amp; Analysis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F9E29-C633-E1F4-245F-E851BC0A8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0" t="35126" r="3710" b="18709"/>
          <a:stretch>
            <a:fillRect/>
          </a:stretch>
        </p:blipFill>
        <p:spPr>
          <a:xfrm>
            <a:off x="680321" y="2172929"/>
            <a:ext cx="11059395" cy="41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7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1086-DFA7-A5AD-56D4-2DF18860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&amp; 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F335F-70E6-9FE4-8108-724BE4566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2180431"/>
            <a:ext cx="4520944" cy="4024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6A827-A091-00B5-84C4-A8E96FDA3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01" y="2180431"/>
            <a:ext cx="5050394" cy="405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7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DCD4-97F0-8060-B56B-475EB679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D1CFD-24AA-2ED1-3096-16CF56D7A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1" t="16630" r="19548" b="17275"/>
          <a:stretch>
            <a:fillRect/>
          </a:stretch>
        </p:blipFill>
        <p:spPr>
          <a:xfrm>
            <a:off x="127820" y="2043797"/>
            <a:ext cx="8318090" cy="476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07FB2-5546-2B42-F92D-F6770B11F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9" t="15352" r="22178" b="5865"/>
          <a:stretch>
            <a:fillRect/>
          </a:stretch>
        </p:blipFill>
        <p:spPr>
          <a:xfrm>
            <a:off x="0" y="-1"/>
            <a:ext cx="8642555" cy="68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5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339329-27B0-2D33-4C8E-7939C0F2E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9" t="15340" r="22984" b="6237"/>
          <a:stretch>
            <a:fillRect/>
          </a:stretch>
        </p:blipFill>
        <p:spPr>
          <a:xfrm>
            <a:off x="78657" y="68826"/>
            <a:ext cx="8042787" cy="66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7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DDBF-C367-A4FE-B95A-593FE935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3AD68A8-F4ED-CD09-993C-A71386FD16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147651"/>
              </p:ext>
            </p:extLst>
          </p:nvPr>
        </p:nvGraphicFramePr>
        <p:xfrm>
          <a:off x="681037" y="2399072"/>
          <a:ext cx="10409750" cy="3529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191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4A8B-2456-DFDA-EBA2-F43B8303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09A5D06-6E4B-3941-A33C-B574BC21C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6338611"/>
              </p:ext>
            </p:extLst>
          </p:nvPr>
        </p:nvGraphicFramePr>
        <p:xfrm>
          <a:off x="1101213" y="3264310"/>
          <a:ext cx="10373032" cy="1386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0966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65873-3C8E-42BF-F39D-9BDC619D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18DFA-1AE6-36ED-8981-D36FCE849043}"/>
              </a:ext>
            </a:extLst>
          </p:cNvPr>
          <p:cNvSpPr txBox="1"/>
          <p:nvPr/>
        </p:nvSpPr>
        <p:spPr>
          <a:xfrm>
            <a:off x="943897" y="2713703"/>
            <a:ext cx="102255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Kaggle. (n.d.). Bank Loan Prediction Dataset. Retrieved from https://www.kaggle.com </a:t>
            </a:r>
          </a:p>
          <a:p>
            <a:pPr marL="342900" indent="-342900">
              <a:buAutoNum type="arabicPeriod"/>
            </a:pPr>
            <a:r>
              <a:rPr lang="en-US" dirty="0"/>
              <a:t>Pedregosa, F., </a:t>
            </a:r>
            <a:r>
              <a:rPr lang="en-US" dirty="0" err="1"/>
              <a:t>Varoquaux</a:t>
            </a:r>
            <a:r>
              <a:rPr lang="en-US" dirty="0"/>
              <a:t>, G., </a:t>
            </a:r>
            <a:r>
              <a:rPr lang="en-US" dirty="0" err="1"/>
              <a:t>Gramfort</a:t>
            </a:r>
            <a:r>
              <a:rPr lang="en-US" dirty="0"/>
              <a:t>, A., Michel, V., Thirion, B., Grisel, O., ... &amp; Duchesnay, É. (2011). Scikit-learn: Machine Learning in Python. Journal of Machine Learning Research, 12, 2825–2830. </a:t>
            </a:r>
          </a:p>
          <a:p>
            <a:pPr marL="342900" indent="-342900">
              <a:buAutoNum type="arabicPeriod"/>
            </a:pPr>
            <a:r>
              <a:rPr lang="en-US" dirty="0"/>
              <a:t>3. Chawla, N. V., Bowyer, K. W., Hall, L. O., &amp; </a:t>
            </a:r>
            <a:r>
              <a:rPr lang="en-US" dirty="0" err="1"/>
              <a:t>Kegelmeyer</a:t>
            </a:r>
            <a:r>
              <a:rPr lang="en-US" dirty="0"/>
              <a:t>, W. P. (2002). SMOTE: Synthetic Minority Over-sampling Technique. Journal of Artificial Intelligence Research, 16, 321–357. </a:t>
            </a:r>
          </a:p>
          <a:p>
            <a:pPr marL="342900" indent="-342900">
              <a:buAutoNum type="arabicPeriod"/>
            </a:pPr>
            <a:r>
              <a:rPr lang="en-US" dirty="0"/>
              <a:t>4. </a:t>
            </a:r>
            <a:r>
              <a:rPr lang="en-US" dirty="0" err="1"/>
              <a:t>Breiman</a:t>
            </a:r>
            <a:r>
              <a:rPr lang="en-US" dirty="0"/>
              <a:t>, L. (2001). Random Forests. Machine Learning, 45(1), 5–32. </a:t>
            </a:r>
          </a:p>
          <a:p>
            <a:pPr marL="342900" indent="-342900">
              <a:buAutoNum type="arabicPeriod"/>
            </a:pPr>
            <a:r>
              <a:rPr lang="en-US" dirty="0"/>
              <a:t>5. Friedman, J. H. (2001). Greedy Function Approximation: A Gradient Boosting Machine. Annals of Statistics, 29(5), 1189–1232. </a:t>
            </a:r>
          </a:p>
        </p:txBody>
      </p:sp>
    </p:spTree>
    <p:extLst>
      <p:ext uri="{BB962C8B-B14F-4D97-AF65-F5344CB8AC3E}">
        <p14:creationId xmlns:p14="http://schemas.microsoft.com/office/powerpoint/2010/main" val="76504347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213</TotalTime>
  <Words>439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Berlin</vt:lpstr>
      <vt:lpstr>Bank Loan Prediction Using Machine Learning</vt:lpstr>
      <vt:lpstr>Outline</vt:lpstr>
      <vt:lpstr>PowerPoint Presentation</vt:lpstr>
      <vt:lpstr>Dataset Description</vt:lpstr>
      <vt:lpstr>Methodology Workflow</vt:lpstr>
      <vt:lpstr>Results &amp; Analysis</vt:lpstr>
      <vt:lpstr>Results &amp; Analysis</vt:lpstr>
      <vt:lpstr>Web System</vt:lpstr>
      <vt:lpstr>PowerPoint Presentation</vt:lpstr>
      <vt:lpstr>PowerPoint Presentation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Dey</dc:creator>
  <cp:lastModifiedBy>Nayan Dey</cp:lastModifiedBy>
  <cp:revision>2</cp:revision>
  <dcterms:created xsi:type="dcterms:W3CDTF">2025-11-25T18:18:55Z</dcterms:created>
  <dcterms:modified xsi:type="dcterms:W3CDTF">2025-11-25T22:31:05Z</dcterms:modified>
</cp:coreProperties>
</file>